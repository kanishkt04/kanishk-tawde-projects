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F593A53-6014-489F-BBC0-9564B5254218}" v="1" dt="2025-12-05T23:15:38.1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nishk Tawde" userId="114bf1df26be644a" providerId="LiveId" clId="{169FAD55-EDCF-4DC3-A7F6-68D037FF0208}"/>
    <pc:docChg chg="custSel modSld">
      <pc:chgData name="Kanishk Tawde" userId="114bf1df26be644a" providerId="LiveId" clId="{169FAD55-EDCF-4DC3-A7F6-68D037FF0208}" dt="2025-12-05T23:16:55.284" v="12" actId="26606"/>
      <pc:docMkLst>
        <pc:docMk/>
      </pc:docMkLst>
      <pc:sldChg chg="addSp delSp modSp mod setBg">
        <pc:chgData name="Kanishk Tawde" userId="114bf1df26be644a" providerId="LiveId" clId="{169FAD55-EDCF-4DC3-A7F6-68D037FF0208}" dt="2025-12-05T23:16:06.004" v="1" actId="26606"/>
        <pc:sldMkLst>
          <pc:docMk/>
          <pc:sldMk cId="0" sldId="256"/>
        </pc:sldMkLst>
        <pc:spChg chg="mod">
          <ac:chgData name="Kanishk Tawde" userId="114bf1df26be644a" providerId="LiveId" clId="{169FAD55-EDCF-4DC3-A7F6-68D037FF0208}" dt="2025-12-05T23:16:06.004" v="1" actId="26606"/>
          <ac:spMkLst>
            <pc:docMk/>
            <pc:sldMk cId="0" sldId="256"/>
            <ac:spMk id="2" creationId="{00000000-0000-0000-0000-000000000000}"/>
          </ac:spMkLst>
        </pc:spChg>
        <pc:spChg chg="del mod">
          <ac:chgData name="Kanishk Tawde" userId="114bf1df26be644a" providerId="LiveId" clId="{169FAD55-EDCF-4DC3-A7F6-68D037FF0208}" dt="2025-12-05T23:16:06.004" v="1" actId="26606"/>
          <ac:spMkLst>
            <pc:docMk/>
            <pc:sldMk cId="0" sldId="256"/>
            <ac:spMk id="3" creationId="{00000000-0000-0000-0000-000000000000}"/>
          </ac:spMkLst>
        </pc:spChg>
        <pc:spChg chg="add">
          <ac:chgData name="Kanishk Tawde" userId="114bf1df26be644a" providerId="LiveId" clId="{169FAD55-EDCF-4DC3-A7F6-68D037FF0208}" dt="2025-12-05T23:16:06.004" v="1" actId="26606"/>
          <ac:spMkLst>
            <pc:docMk/>
            <pc:sldMk cId="0" sldId="256"/>
            <ac:spMk id="9" creationId="{F7422F06-6017-4361-8872-E0E2CEB20B48}"/>
          </ac:spMkLst>
        </pc:spChg>
        <pc:graphicFrameChg chg="add">
          <ac:chgData name="Kanishk Tawde" userId="114bf1df26be644a" providerId="LiveId" clId="{169FAD55-EDCF-4DC3-A7F6-68D037FF0208}" dt="2025-12-05T23:16:06.004" v="1" actId="26606"/>
          <ac:graphicFrameMkLst>
            <pc:docMk/>
            <pc:sldMk cId="0" sldId="256"/>
            <ac:graphicFrameMk id="5" creationId="{5C6CAAFA-D213-EC71-52DE-DE62D1A3238E}"/>
          </ac:graphicFrameMkLst>
        </pc:graphicFrameChg>
      </pc:sldChg>
      <pc:sldChg chg="addSp delSp modSp mod setBg">
        <pc:chgData name="Kanishk Tawde" userId="114bf1df26be644a" providerId="LiveId" clId="{169FAD55-EDCF-4DC3-A7F6-68D037FF0208}" dt="2025-12-05T23:16:15.504" v="2" actId="26606"/>
        <pc:sldMkLst>
          <pc:docMk/>
          <pc:sldMk cId="0" sldId="257"/>
        </pc:sldMkLst>
        <pc:spChg chg="mod">
          <ac:chgData name="Kanishk Tawde" userId="114bf1df26be644a" providerId="LiveId" clId="{169FAD55-EDCF-4DC3-A7F6-68D037FF0208}" dt="2025-12-05T23:16:15.504" v="2" actId="26606"/>
          <ac:spMkLst>
            <pc:docMk/>
            <pc:sldMk cId="0" sldId="257"/>
            <ac:spMk id="2" creationId="{00000000-0000-0000-0000-000000000000}"/>
          </ac:spMkLst>
        </pc:spChg>
        <pc:spChg chg="del mod">
          <ac:chgData name="Kanishk Tawde" userId="114bf1df26be644a" providerId="LiveId" clId="{169FAD55-EDCF-4DC3-A7F6-68D037FF0208}" dt="2025-12-05T23:16:15.504" v="2" actId="26606"/>
          <ac:spMkLst>
            <pc:docMk/>
            <pc:sldMk cId="0" sldId="257"/>
            <ac:spMk id="3" creationId="{00000000-0000-0000-0000-000000000000}"/>
          </ac:spMkLst>
        </pc:spChg>
        <pc:spChg chg="add">
          <ac:chgData name="Kanishk Tawde" userId="114bf1df26be644a" providerId="LiveId" clId="{169FAD55-EDCF-4DC3-A7F6-68D037FF0208}" dt="2025-12-05T23:16:15.504" v="2" actId="26606"/>
          <ac:spMkLst>
            <pc:docMk/>
            <pc:sldMk cId="0" sldId="257"/>
            <ac:spMk id="9" creationId="{F7422F06-6017-4361-8872-E0E2CEB20B48}"/>
          </ac:spMkLst>
        </pc:spChg>
        <pc:graphicFrameChg chg="add">
          <ac:chgData name="Kanishk Tawde" userId="114bf1df26be644a" providerId="LiveId" clId="{169FAD55-EDCF-4DC3-A7F6-68D037FF0208}" dt="2025-12-05T23:16:15.504" v="2" actId="26606"/>
          <ac:graphicFrameMkLst>
            <pc:docMk/>
            <pc:sldMk cId="0" sldId="257"/>
            <ac:graphicFrameMk id="5" creationId="{FD718105-61F1-7256-78BD-F799B7538B3A}"/>
          </ac:graphicFrameMkLst>
        </pc:graphicFrameChg>
      </pc:sldChg>
      <pc:sldChg chg="addSp delSp modSp mod setBg">
        <pc:chgData name="Kanishk Tawde" userId="114bf1df26be644a" providerId="LiveId" clId="{169FAD55-EDCF-4DC3-A7F6-68D037FF0208}" dt="2025-12-05T23:16:19.582" v="3" actId="26606"/>
        <pc:sldMkLst>
          <pc:docMk/>
          <pc:sldMk cId="0" sldId="258"/>
        </pc:sldMkLst>
        <pc:spChg chg="mod">
          <ac:chgData name="Kanishk Tawde" userId="114bf1df26be644a" providerId="LiveId" clId="{169FAD55-EDCF-4DC3-A7F6-68D037FF0208}" dt="2025-12-05T23:16:19.582" v="3" actId="26606"/>
          <ac:spMkLst>
            <pc:docMk/>
            <pc:sldMk cId="0" sldId="258"/>
            <ac:spMk id="2" creationId="{00000000-0000-0000-0000-000000000000}"/>
          </ac:spMkLst>
        </pc:spChg>
        <pc:spChg chg="del mod">
          <ac:chgData name="Kanishk Tawde" userId="114bf1df26be644a" providerId="LiveId" clId="{169FAD55-EDCF-4DC3-A7F6-68D037FF0208}" dt="2025-12-05T23:16:19.582" v="3" actId="26606"/>
          <ac:spMkLst>
            <pc:docMk/>
            <pc:sldMk cId="0" sldId="258"/>
            <ac:spMk id="3" creationId="{00000000-0000-0000-0000-000000000000}"/>
          </ac:spMkLst>
        </pc:spChg>
        <pc:spChg chg="add">
          <ac:chgData name="Kanishk Tawde" userId="114bf1df26be644a" providerId="LiveId" clId="{169FAD55-EDCF-4DC3-A7F6-68D037FF0208}" dt="2025-12-05T23:16:19.582" v="3" actId="26606"/>
          <ac:spMkLst>
            <pc:docMk/>
            <pc:sldMk cId="0" sldId="258"/>
            <ac:spMk id="9" creationId="{F7422F06-6017-4361-8872-E0E2CEB20B48}"/>
          </ac:spMkLst>
        </pc:spChg>
        <pc:graphicFrameChg chg="add">
          <ac:chgData name="Kanishk Tawde" userId="114bf1df26be644a" providerId="LiveId" clId="{169FAD55-EDCF-4DC3-A7F6-68D037FF0208}" dt="2025-12-05T23:16:19.582" v="3" actId="26606"/>
          <ac:graphicFrameMkLst>
            <pc:docMk/>
            <pc:sldMk cId="0" sldId="258"/>
            <ac:graphicFrameMk id="5" creationId="{ADA37C2F-55B4-4F94-7ED2-145F591F9AD2}"/>
          </ac:graphicFrameMkLst>
        </pc:graphicFrameChg>
      </pc:sldChg>
      <pc:sldChg chg="addSp delSp modSp mod setBg">
        <pc:chgData name="Kanishk Tawde" userId="114bf1df26be644a" providerId="LiveId" clId="{169FAD55-EDCF-4DC3-A7F6-68D037FF0208}" dt="2025-12-05T23:16:23.087" v="4" actId="26606"/>
        <pc:sldMkLst>
          <pc:docMk/>
          <pc:sldMk cId="0" sldId="259"/>
        </pc:sldMkLst>
        <pc:spChg chg="mod">
          <ac:chgData name="Kanishk Tawde" userId="114bf1df26be644a" providerId="LiveId" clId="{169FAD55-EDCF-4DC3-A7F6-68D037FF0208}" dt="2025-12-05T23:16:23.087" v="4" actId="26606"/>
          <ac:spMkLst>
            <pc:docMk/>
            <pc:sldMk cId="0" sldId="259"/>
            <ac:spMk id="2" creationId="{00000000-0000-0000-0000-000000000000}"/>
          </ac:spMkLst>
        </pc:spChg>
        <pc:spChg chg="del mod">
          <ac:chgData name="Kanishk Tawde" userId="114bf1df26be644a" providerId="LiveId" clId="{169FAD55-EDCF-4DC3-A7F6-68D037FF0208}" dt="2025-12-05T23:16:23.087" v="4" actId="26606"/>
          <ac:spMkLst>
            <pc:docMk/>
            <pc:sldMk cId="0" sldId="259"/>
            <ac:spMk id="3" creationId="{00000000-0000-0000-0000-000000000000}"/>
          </ac:spMkLst>
        </pc:spChg>
        <pc:spChg chg="add">
          <ac:chgData name="Kanishk Tawde" userId="114bf1df26be644a" providerId="LiveId" clId="{169FAD55-EDCF-4DC3-A7F6-68D037FF0208}" dt="2025-12-05T23:16:23.087" v="4" actId="26606"/>
          <ac:spMkLst>
            <pc:docMk/>
            <pc:sldMk cId="0" sldId="259"/>
            <ac:spMk id="9" creationId="{F7422F06-6017-4361-8872-E0E2CEB20B48}"/>
          </ac:spMkLst>
        </pc:spChg>
        <pc:graphicFrameChg chg="add">
          <ac:chgData name="Kanishk Tawde" userId="114bf1df26be644a" providerId="LiveId" clId="{169FAD55-EDCF-4DC3-A7F6-68D037FF0208}" dt="2025-12-05T23:16:23.087" v="4" actId="26606"/>
          <ac:graphicFrameMkLst>
            <pc:docMk/>
            <pc:sldMk cId="0" sldId="259"/>
            <ac:graphicFrameMk id="5" creationId="{1318D216-81F8-4C2F-A4D8-E224040A861E}"/>
          </ac:graphicFrameMkLst>
        </pc:graphicFrameChg>
      </pc:sldChg>
      <pc:sldChg chg="addSp delSp modSp mod setBg">
        <pc:chgData name="Kanishk Tawde" userId="114bf1df26be644a" providerId="LiveId" clId="{169FAD55-EDCF-4DC3-A7F6-68D037FF0208}" dt="2025-12-05T23:16:27.863" v="5" actId="26606"/>
        <pc:sldMkLst>
          <pc:docMk/>
          <pc:sldMk cId="0" sldId="260"/>
        </pc:sldMkLst>
        <pc:spChg chg="mod">
          <ac:chgData name="Kanishk Tawde" userId="114bf1df26be644a" providerId="LiveId" clId="{169FAD55-EDCF-4DC3-A7F6-68D037FF0208}" dt="2025-12-05T23:16:27.863" v="5" actId="26606"/>
          <ac:spMkLst>
            <pc:docMk/>
            <pc:sldMk cId="0" sldId="260"/>
            <ac:spMk id="2" creationId="{00000000-0000-0000-0000-000000000000}"/>
          </ac:spMkLst>
        </pc:spChg>
        <pc:spChg chg="del mod">
          <ac:chgData name="Kanishk Tawde" userId="114bf1df26be644a" providerId="LiveId" clId="{169FAD55-EDCF-4DC3-A7F6-68D037FF0208}" dt="2025-12-05T23:16:27.863" v="5" actId="26606"/>
          <ac:spMkLst>
            <pc:docMk/>
            <pc:sldMk cId="0" sldId="260"/>
            <ac:spMk id="3" creationId="{00000000-0000-0000-0000-000000000000}"/>
          </ac:spMkLst>
        </pc:spChg>
        <pc:spChg chg="add">
          <ac:chgData name="Kanishk Tawde" userId="114bf1df26be644a" providerId="LiveId" clId="{169FAD55-EDCF-4DC3-A7F6-68D037FF0208}" dt="2025-12-05T23:16:27.863" v="5" actId="26606"/>
          <ac:spMkLst>
            <pc:docMk/>
            <pc:sldMk cId="0" sldId="260"/>
            <ac:spMk id="9" creationId="{F7422F06-6017-4361-8872-E0E2CEB20B48}"/>
          </ac:spMkLst>
        </pc:spChg>
        <pc:graphicFrameChg chg="add">
          <ac:chgData name="Kanishk Tawde" userId="114bf1df26be644a" providerId="LiveId" clId="{169FAD55-EDCF-4DC3-A7F6-68D037FF0208}" dt="2025-12-05T23:16:27.863" v="5" actId="26606"/>
          <ac:graphicFrameMkLst>
            <pc:docMk/>
            <pc:sldMk cId="0" sldId="260"/>
            <ac:graphicFrameMk id="5" creationId="{0D820BC3-553B-3DA9-F38D-B8499C22853C}"/>
          </ac:graphicFrameMkLst>
        </pc:graphicFrameChg>
      </pc:sldChg>
      <pc:sldChg chg="addSp delSp modSp mod setBg">
        <pc:chgData name="Kanishk Tawde" userId="114bf1df26be644a" providerId="LiveId" clId="{169FAD55-EDCF-4DC3-A7F6-68D037FF0208}" dt="2025-12-05T23:16:31.443" v="6" actId="26606"/>
        <pc:sldMkLst>
          <pc:docMk/>
          <pc:sldMk cId="0" sldId="261"/>
        </pc:sldMkLst>
        <pc:spChg chg="mod">
          <ac:chgData name="Kanishk Tawde" userId="114bf1df26be644a" providerId="LiveId" clId="{169FAD55-EDCF-4DC3-A7F6-68D037FF0208}" dt="2025-12-05T23:16:31.443" v="6" actId="26606"/>
          <ac:spMkLst>
            <pc:docMk/>
            <pc:sldMk cId="0" sldId="261"/>
            <ac:spMk id="2" creationId="{00000000-0000-0000-0000-000000000000}"/>
          </ac:spMkLst>
        </pc:spChg>
        <pc:spChg chg="del mod">
          <ac:chgData name="Kanishk Tawde" userId="114bf1df26be644a" providerId="LiveId" clId="{169FAD55-EDCF-4DC3-A7F6-68D037FF0208}" dt="2025-12-05T23:16:31.443" v="6" actId="26606"/>
          <ac:spMkLst>
            <pc:docMk/>
            <pc:sldMk cId="0" sldId="261"/>
            <ac:spMk id="3" creationId="{00000000-0000-0000-0000-000000000000}"/>
          </ac:spMkLst>
        </pc:spChg>
        <pc:spChg chg="add">
          <ac:chgData name="Kanishk Tawde" userId="114bf1df26be644a" providerId="LiveId" clId="{169FAD55-EDCF-4DC3-A7F6-68D037FF0208}" dt="2025-12-05T23:16:31.443" v="6" actId="26606"/>
          <ac:spMkLst>
            <pc:docMk/>
            <pc:sldMk cId="0" sldId="261"/>
            <ac:spMk id="9" creationId="{F7422F06-6017-4361-8872-E0E2CEB20B48}"/>
          </ac:spMkLst>
        </pc:spChg>
        <pc:graphicFrameChg chg="add">
          <ac:chgData name="Kanishk Tawde" userId="114bf1df26be644a" providerId="LiveId" clId="{169FAD55-EDCF-4DC3-A7F6-68D037FF0208}" dt="2025-12-05T23:16:31.443" v="6" actId="26606"/>
          <ac:graphicFrameMkLst>
            <pc:docMk/>
            <pc:sldMk cId="0" sldId="261"/>
            <ac:graphicFrameMk id="5" creationId="{8F1BE939-8D5D-4454-CD97-1D312BD0B34D}"/>
          </ac:graphicFrameMkLst>
        </pc:graphicFrameChg>
      </pc:sldChg>
      <pc:sldChg chg="addSp delSp modSp mod setBg">
        <pc:chgData name="Kanishk Tawde" userId="114bf1df26be644a" providerId="LiveId" clId="{169FAD55-EDCF-4DC3-A7F6-68D037FF0208}" dt="2025-12-05T23:16:35.065" v="7" actId="26606"/>
        <pc:sldMkLst>
          <pc:docMk/>
          <pc:sldMk cId="0" sldId="262"/>
        </pc:sldMkLst>
        <pc:spChg chg="mod">
          <ac:chgData name="Kanishk Tawde" userId="114bf1df26be644a" providerId="LiveId" clId="{169FAD55-EDCF-4DC3-A7F6-68D037FF0208}" dt="2025-12-05T23:16:35.065" v="7" actId="26606"/>
          <ac:spMkLst>
            <pc:docMk/>
            <pc:sldMk cId="0" sldId="262"/>
            <ac:spMk id="2" creationId="{00000000-0000-0000-0000-000000000000}"/>
          </ac:spMkLst>
        </pc:spChg>
        <pc:spChg chg="del mod">
          <ac:chgData name="Kanishk Tawde" userId="114bf1df26be644a" providerId="LiveId" clId="{169FAD55-EDCF-4DC3-A7F6-68D037FF0208}" dt="2025-12-05T23:16:35.065" v="7" actId="26606"/>
          <ac:spMkLst>
            <pc:docMk/>
            <pc:sldMk cId="0" sldId="262"/>
            <ac:spMk id="3" creationId="{00000000-0000-0000-0000-000000000000}"/>
          </ac:spMkLst>
        </pc:spChg>
        <pc:spChg chg="add">
          <ac:chgData name="Kanishk Tawde" userId="114bf1df26be644a" providerId="LiveId" clId="{169FAD55-EDCF-4DC3-A7F6-68D037FF0208}" dt="2025-12-05T23:16:35.065" v="7" actId="26606"/>
          <ac:spMkLst>
            <pc:docMk/>
            <pc:sldMk cId="0" sldId="262"/>
            <ac:spMk id="9" creationId="{F7422F06-6017-4361-8872-E0E2CEB20B48}"/>
          </ac:spMkLst>
        </pc:spChg>
        <pc:graphicFrameChg chg="add">
          <ac:chgData name="Kanishk Tawde" userId="114bf1df26be644a" providerId="LiveId" clId="{169FAD55-EDCF-4DC3-A7F6-68D037FF0208}" dt="2025-12-05T23:16:35.065" v="7" actId="26606"/>
          <ac:graphicFrameMkLst>
            <pc:docMk/>
            <pc:sldMk cId="0" sldId="262"/>
            <ac:graphicFrameMk id="5" creationId="{E9C30F30-7778-49C1-2BA9-0BB9508D9D65}"/>
          </ac:graphicFrameMkLst>
        </pc:graphicFrameChg>
      </pc:sldChg>
      <pc:sldChg chg="addSp delSp modSp mod setBg">
        <pc:chgData name="Kanishk Tawde" userId="114bf1df26be644a" providerId="LiveId" clId="{169FAD55-EDCF-4DC3-A7F6-68D037FF0208}" dt="2025-12-05T23:16:39.340" v="8" actId="26606"/>
        <pc:sldMkLst>
          <pc:docMk/>
          <pc:sldMk cId="0" sldId="263"/>
        </pc:sldMkLst>
        <pc:spChg chg="mod">
          <ac:chgData name="Kanishk Tawde" userId="114bf1df26be644a" providerId="LiveId" clId="{169FAD55-EDCF-4DC3-A7F6-68D037FF0208}" dt="2025-12-05T23:16:39.340" v="8" actId="26606"/>
          <ac:spMkLst>
            <pc:docMk/>
            <pc:sldMk cId="0" sldId="263"/>
            <ac:spMk id="2" creationId="{00000000-0000-0000-0000-000000000000}"/>
          </ac:spMkLst>
        </pc:spChg>
        <pc:spChg chg="del mod">
          <ac:chgData name="Kanishk Tawde" userId="114bf1df26be644a" providerId="LiveId" clId="{169FAD55-EDCF-4DC3-A7F6-68D037FF0208}" dt="2025-12-05T23:16:39.340" v="8" actId="26606"/>
          <ac:spMkLst>
            <pc:docMk/>
            <pc:sldMk cId="0" sldId="263"/>
            <ac:spMk id="3" creationId="{00000000-0000-0000-0000-000000000000}"/>
          </ac:spMkLst>
        </pc:spChg>
        <pc:spChg chg="add">
          <ac:chgData name="Kanishk Tawde" userId="114bf1df26be644a" providerId="LiveId" clId="{169FAD55-EDCF-4DC3-A7F6-68D037FF0208}" dt="2025-12-05T23:16:39.340" v="8" actId="26606"/>
          <ac:spMkLst>
            <pc:docMk/>
            <pc:sldMk cId="0" sldId="263"/>
            <ac:spMk id="9" creationId="{F7422F06-6017-4361-8872-E0E2CEB20B48}"/>
          </ac:spMkLst>
        </pc:spChg>
        <pc:graphicFrameChg chg="add">
          <ac:chgData name="Kanishk Tawde" userId="114bf1df26be644a" providerId="LiveId" clId="{169FAD55-EDCF-4DC3-A7F6-68D037FF0208}" dt="2025-12-05T23:16:39.340" v="8" actId="26606"/>
          <ac:graphicFrameMkLst>
            <pc:docMk/>
            <pc:sldMk cId="0" sldId="263"/>
            <ac:graphicFrameMk id="5" creationId="{13DF829E-6C37-C54C-AF9B-795D547529BD}"/>
          </ac:graphicFrameMkLst>
        </pc:graphicFrameChg>
      </pc:sldChg>
      <pc:sldChg chg="addSp delSp modSp mod setBg">
        <pc:chgData name="Kanishk Tawde" userId="114bf1df26be644a" providerId="LiveId" clId="{169FAD55-EDCF-4DC3-A7F6-68D037FF0208}" dt="2025-12-05T23:16:44.864" v="9" actId="26606"/>
        <pc:sldMkLst>
          <pc:docMk/>
          <pc:sldMk cId="0" sldId="264"/>
        </pc:sldMkLst>
        <pc:spChg chg="mod">
          <ac:chgData name="Kanishk Tawde" userId="114bf1df26be644a" providerId="LiveId" clId="{169FAD55-EDCF-4DC3-A7F6-68D037FF0208}" dt="2025-12-05T23:16:44.864" v="9" actId="26606"/>
          <ac:spMkLst>
            <pc:docMk/>
            <pc:sldMk cId="0" sldId="264"/>
            <ac:spMk id="2" creationId="{00000000-0000-0000-0000-000000000000}"/>
          </ac:spMkLst>
        </pc:spChg>
        <pc:spChg chg="del mod">
          <ac:chgData name="Kanishk Tawde" userId="114bf1df26be644a" providerId="LiveId" clId="{169FAD55-EDCF-4DC3-A7F6-68D037FF0208}" dt="2025-12-05T23:16:44.864" v="9" actId="26606"/>
          <ac:spMkLst>
            <pc:docMk/>
            <pc:sldMk cId="0" sldId="264"/>
            <ac:spMk id="3" creationId="{00000000-0000-0000-0000-000000000000}"/>
          </ac:spMkLst>
        </pc:spChg>
        <pc:spChg chg="add">
          <ac:chgData name="Kanishk Tawde" userId="114bf1df26be644a" providerId="LiveId" clId="{169FAD55-EDCF-4DC3-A7F6-68D037FF0208}" dt="2025-12-05T23:16:44.864" v="9" actId="26606"/>
          <ac:spMkLst>
            <pc:docMk/>
            <pc:sldMk cId="0" sldId="264"/>
            <ac:spMk id="9" creationId="{F7422F06-6017-4361-8872-E0E2CEB20B48}"/>
          </ac:spMkLst>
        </pc:spChg>
        <pc:graphicFrameChg chg="add">
          <ac:chgData name="Kanishk Tawde" userId="114bf1df26be644a" providerId="LiveId" clId="{169FAD55-EDCF-4DC3-A7F6-68D037FF0208}" dt="2025-12-05T23:16:44.864" v="9" actId="26606"/>
          <ac:graphicFrameMkLst>
            <pc:docMk/>
            <pc:sldMk cId="0" sldId="264"/>
            <ac:graphicFrameMk id="5" creationId="{C2798DFD-AD04-7F5B-C21D-D2692B06361E}"/>
          </ac:graphicFrameMkLst>
        </pc:graphicFrameChg>
      </pc:sldChg>
      <pc:sldChg chg="addSp modSp mod setBg">
        <pc:chgData name="Kanishk Tawde" userId="114bf1df26be644a" providerId="LiveId" clId="{169FAD55-EDCF-4DC3-A7F6-68D037FF0208}" dt="2025-12-05T23:16:47.697" v="10" actId="26606"/>
        <pc:sldMkLst>
          <pc:docMk/>
          <pc:sldMk cId="0" sldId="265"/>
        </pc:sldMkLst>
        <pc:spChg chg="mod">
          <ac:chgData name="Kanishk Tawde" userId="114bf1df26be644a" providerId="LiveId" clId="{169FAD55-EDCF-4DC3-A7F6-68D037FF0208}" dt="2025-12-05T23:16:47.697" v="10" actId="26606"/>
          <ac:spMkLst>
            <pc:docMk/>
            <pc:sldMk cId="0" sldId="265"/>
            <ac:spMk id="2" creationId="{00000000-0000-0000-0000-000000000000}"/>
          </ac:spMkLst>
        </pc:spChg>
        <pc:spChg chg="mod">
          <ac:chgData name="Kanishk Tawde" userId="114bf1df26be644a" providerId="LiveId" clId="{169FAD55-EDCF-4DC3-A7F6-68D037FF0208}" dt="2025-12-05T23:16:47.697" v="10" actId="26606"/>
          <ac:spMkLst>
            <pc:docMk/>
            <pc:sldMk cId="0" sldId="265"/>
            <ac:spMk id="3" creationId="{00000000-0000-0000-0000-000000000000}"/>
          </ac:spMkLst>
        </pc:spChg>
        <pc:spChg chg="add">
          <ac:chgData name="Kanishk Tawde" userId="114bf1df26be644a" providerId="LiveId" clId="{169FAD55-EDCF-4DC3-A7F6-68D037FF0208}" dt="2025-12-05T23:16:47.697" v="10" actId="26606"/>
          <ac:spMkLst>
            <pc:docMk/>
            <pc:sldMk cId="0" sldId="265"/>
            <ac:spMk id="8" creationId="{39E4C68A-A4A9-48A4-9FF2-D2896B1EA01F}"/>
          </ac:spMkLst>
        </pc:spChg>
        <pc:spChg chg="add">
          <ac:chgData name="Kanishk Tawde" userId="114bf1df26be644a" providerId="LiveId" clId="{169FAD55-EDCF-4DC3-A7F6-68D037FF0208}" dt="2025-12-05T23:16:47.697" v="10" actId="26606"/>
          <ac:spMkLst>
            <pc:docMk/>
            <pc:sldMk cId="0" sldId="265"/>
            <ac:spMk id="10" creationId="{E2B9AEA5-52CB-49A6-AF8A-33502F291B91}"/>
          </ac:spMkLst>
        </pc:spChg>
      </pc:sldChg>
      <pc:sldChg chg="addSp modSp mod setBg">
        <pc:chgData name="Kanishk Tawde" userId="114bf1df26be644a" providerId="LiveId" clId="{169FAD55-EDCF-4DC3-A7F6-68D037FF0208}" dt="2025-12-05T23:16:52.906" v="11" actId="26606"/>
        <pc:sldMkLst>
          <pc:docMk/>
          <pc:sldMk cId="0" sldId="266"/>
        </pc:sldMkLst>
        <pc:spChg chg="mod">
          <ac:chgData name="Kanishk Tawde" userId="114bf1df26be644a" providerId="LiveId" clId="{169FAD55-EDCF-4DC3-A7F6-68D037FF0208}" dt="2025-12-05T23:16:52.906" v="11" actId="26606"/>
          <ac:spMkLst>
            <pc:docMk/>
            <pc:sldMk cId="0" sldId="266"/>
            <ac:spMk id="2" creationId="{00000000-0000-0000-0000-000000000000}"/>
          </ac:spMkLst>
        </pc:spChg>
        <pc:spChg chg="mod">
          <ac:chgData name="Kanishk Tawde" userId="114bf1df26be644a" providerId="LiveId" clId="{169FAD55-EDCF-4DC3-A7F6-68D037FF0208}" dt="2025-12-05T23:16:52.906" v="11" actId="26606"/>
          <ac:spMkLst>
            <pc:docMk/>
            <pc:sldMk cId="0" sldId="266"/>
            <ac:spMk id="3" creationId="{00000000-0000-0000-0000-000000000000}"/>
          </ac:spMkLst>
        </pc:spChg>
        <pc:spChg chg="add">
          <ac:chgData name="Kanishk Tawde" userId="114bf1df26be644a" providerId="LiveId" clId="{169FAD55-EDCF-4DC3-A7F6-68D037FF0208}" dt="2025-12-05T23:16:52.906" v="11" actId="26606"/>
          <ac:spMkLst>
            <pc:docMk/>
            <pc:sldMk cId="0" sldId="266"/>
            <ac:spMk id="8" creationId="{39E4C68A-A4A9-48A4-9FF2-D2896B1EA01F}"/>
          </ac:spMkLst>
        </pc:spChg>
        <pc:spChg chg="add">
          <ac:chgData name="Kanishk Tawde" userId="114bf1df26be644a" providerId="LiveId" clId="{169FAD55-EDCF-4DC3-A7F6-68D037FF0208}" dt="2025-12-05T23:16:52.906" v="11" actId="26606"/>
          <ac:spMkLst>
            <pc:docMk/>
            <pc:sldMk cId="0" sldId="266"/>
            <ac:spMk id="10" creationId="{E2B9AEA5-52CB-49A6-AF8A-33502F291B91}"/>
          </ac:spMkLst>
        </pc:spChg>
      </pc:sldChg>
      <pc:sldChg chg="addSp modSp mod setBg">
        <pc:chgData name="Kanishk Tawde" userId="114bf1df26be644a" providerId="LiveId" clId="{169FAD55-EDCF-4DC3-A7F6-68D037FF0208}" dt="2025-12-05T23:16:55.284" v="12" actId="26606"/>
        <pc:sldMkLst>
          <pc:docMk/>
          <pc:sldMk cId="0" sldId="267"/>
        </pc:sldMkLst>
        <pc:spChg chg="mod">
          <ac:chgData name="Kanishk Tawde" userId="114bf1df26be644a" providerId="LiveId" clId="{169FAD55-EDCF-4DC3-A7F6-68D037FF0208}" dt="2025-12-05T23:16:55.284" v="12" actId="26606"/>
          <ac:spMkLst>
            <pc:docMk/>
            <pc:sldMk cId="0" sldId="267"/>
            <ac:spMk id="2" creationId="{00000000-0000-0000-0000-000000000000}"/>
          </ac:spMkLst>
        </pc:spChg>
        <pc:spChg chg="mod">
          <ac:chgData name="Kanishk Tawde" userId="114bf1df26be644a" providerId="LiveId" clId="{169FAD55-EDCF-4DC3-A7F6-68D037FF0208}" dt="2025-12-05T23:16:55.284" v="12" actId="26606"/>
          <ac:spMkLst>
            <pc:docMk/>
            <pc:sldMk cId="0" sldId="267"/>
            <ac:spMk id="3" creationId="{00000000-0000-0000-0000-000000000000}"/>
          </ac:spMkLst>
        </pc:spChg>
        <pc:spChg chg="add">
          <ac:chgData name="Kanishk Tawde" userId="114bf1df26be644a" providerId="LiveId" clId="{169FAD55-EDCF-4DC3-A7F6-68D037FF0208}" dt="2025-12-05T23:16:55.284" v="12" actId="26606"/>
          <ac:spMkLst>
            <pc:docMk/>
            <pc:sldMk cId="0" sldId="267"/>
            <ac:spMk id="8" creationId="{39E4C68A-A4A9-48A4-9FF2-D2896B1EA01F}"/>
          </ac:spMkLst>
        </pc:spChg>
        <pc:spChg chg="add">
          <ac:chgData name="Kanishk Tawde" userId="114bf1df26be644a" providerId="LiveId" clId="{169FAD55-EDCF-4DC3-A7F6-68D037FF0208}" dt="2025-12-05T23:16:55.284" v="12" actId="26606"/>
          <ac:spMkLst>
            <pc:docMk/>
            <pc:sldMk cId="0" sldId="267"/>
            <ac:spMk id="10" creationId="{E2B9AEA5-52CB-49A6-AF8A-33502F291B91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4" Type="http://schemas.openxmlformats.org/officeDocument/2006/relationships/image" Target="../media/image27.svg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4" Type="http://schemas.openxmlformats.org/officeDocument/2006/relationships/image" Target="../media/image31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4" Type="http://schemas.openxmlformats.org/officeDocument/2006/relationships/image" Target="../media/image27.svg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4" Type="http://schemas.openxmlformats.org/officeDocument/2006/relationships/image" Target="../media/image3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6FDD580-29BE-4B68-B2BE-7985CD5B04A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C1920F22-B357-47B2-88DD-CB6B1F0BEC37}">
      <dgm:prSet/>
      <dgm:spPr/>
      <dgm:t>
        <a:bodyPr/>
        <a:lstStyle/>
        <a:p>
          <a:r>
            <a:rPr lang="en-US"/>
            <a:t>Forecasting Daily Emergency Department Patient Volumes</a:t>
          </a:r>
        </a:p>
      </dgm:t>
    </dgm:pt>
    <dgm:pt modelId="{9AABA595-C2BC-41CF-ACF0-06570473EB7D}" type="parTrans" cxnId="{E9012B9B-B8CF-474D-BDCE-2B4006C76FDB}">
      <dgm:prSet/>
      <dgm:spPr/>
      <dgm:t>
        <a:bodyPr/>
        <a:lstStyle/>
        <a:p>
          <a:endParaRPr lang="en-US"/>
        </a:p>
      </dgm:t>
    </dgm:pt>
    <dgm:pt modelId="{97B14DFC-A6CE-44EB-9083-8C4CFB1ADCBC}" type="sibTrans" cxnId="{E9012B9B-B8CF-474D-BDCE-2B4006C76FDB}">
      <dgm:prSet/>
      <dgm:spPr/>
      <dgm:t>
        <a:bodyPr/>
        <a:lstStyle/>
        <a:p>
          <a:endParaRPr lang="en-US"/>
        </a:p>
      </dgm:t>
    </dgm:pt>
    <dgm:pt modelId="{E08A3107-8F27-4DF4-A686-B5A012102270}">
      <dgm:prSet/>
      <dgm:spPr/>
      <dgm:t>
        <a:bodyPr/>
        <a:lstStyle/>
        <a:p>
          <a:r>
            <a:rPr lang="en-US"/>
            <a:t>A Practical, Interpretable Approach for Hospital Operations</a:t>
          </a:r>
        </a:p>
      </dgm:t>
    </dgm:pt>
    <dgm:pt modelId="{7977EB3C-1399-45F5-9982-8C08DBF054D4}" type="parTrans" cxnId="{FFF5C85D-4F6D-41AE-99FA-C85385622C1F}">
      <dgm:prSet/>
      <dgm:spPr/>
      <dgm:t>
        <a:bodyPr/>
        <a:lstStyle/>
        <a:p>
          <a:endParaRPr lang="en-US"/>
        </a:p>
      </dgm:t>
    </dgm:pt>
    <dgm:pt modelId="{B3EBD8B3-0EC5-425B-A898-632D23D7342E}" type="sibTrans" cxnId="{FFF5C85D-4F6D-41AE-99FA-C85385622C1F}">
      <dgm:prSet/>
      <dgm:spPr/>
      <dgm:t>
        <a:bodyPr/>
        <a:lstStyle/>
        <a:p>
          <a:endParaRPr lang="en-US"/>
        </a:p>
      </dgm:t>
    </dgm:pt>
    <dgm:pt modelId="{9319A9E1-1557-41AA-8EF9-B615A59BB822}" type="pres">
      <dgm:prSet presAssocID="{B6FDD580-29BE-4B68-B2BE-7985CD5B04A9}" presName="root" presStyleCnt="0">
        <dgm:presLayoutVars>
          <dgm:dir/>
          <dgm:resizeHandles val="exact"/>
        </dgm:presLayoutVars>
      </dgm:prSet>
      <dgm:spPr/>
    </dgm:pt>
    <dgm:pt modelId="{A6E5B8A4-25A1-4337-BDD2-E9365A632F9E}" type="pres">
      <dgm:prSet presAssocID="{C1920F22-B357-47B2-88DD-CB6B1F0BEC37}" presName="compNode" presStyleCnt="0"/>
      <dgm:spPr/>
    </dgm:pt>
    <dgm:pt modelId="{0CF1A3A8-2827-4DC0-8A1F-1E5D3365209F}" type="pres">
      <dgm:prSet presAssocID="{C1920F22-B357-47B2-88DD-CB6B1F0BEC37}" presName="bgRect" presStyleLbl="bgShp" presStyleIdx="0" presStyleCnt="2"/>
      <dgm:spPr/>
    </dgm:pt>
    <dgm:pt modelId="{5A2D9DEC-619F-4297-A54F-42CEF37CC121}" type="pres">
      <dgm:prSet presAssocID="{C1920F22-B357-47B2-88DD-CB6B1F0BEC37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CDEFADA1-5B2F-4F44-A3AA-DA0F1FFC4548}" type="pres">
      <dgm:prSet presAssocID="{C1920F22-B357-47B2-88DD-CB6B1F0BEC37}" presName="spaceRect" presStyleCnt="0"/>
      <dgm:spPr/>
    </dgm:pt>
    <dgm:pt modelId="{15CFE227-E677-45B3-A620-239D979830B6}" type="pres">
      <dgm:prSet presAssocID="{C1920F22-B357-47B2-88DD-CB6B1F0BEC37}" presName="parTx" presStyleLbl="revTx" presStyleIdx="0" presStyleCnt="2">
        <dgm:presLayoutVars>
          <dgm:chMax val="0"/>
          <dgm:chPref val="0"/>
        </dgm:presLayoutVars>
      </dgm:prSet>
      <dgm:spPr/>
    </dgm:pt>
    <dgm:pt modelId="{064F8940-CBBF-445E-BD03-D858EBDE4D54}" type="pres">
      <dgm:prSet presAssocID="{97B14DFC-A6CE-44EB-9083-8C4CFB1ADCBC}" presName="sibTrans" presStyleCnt="0"/>
      <dgm:spPr/>
    </dgm:pt>
    <dgm:pt modelId="{84D780CB-8D6E-408D-9F93-355381966C56}" type="pres">
      <dgm:prSet presAssocID="{E08A3107-8F27-4DF4-A686-B5A012102270}" presName="compNode" presStyleCnt="0"/>
      <dgm:spPr/>
    </dgm:pt>
    <dgm:pt modelId="{FC0775A2-3B28-41A1-8F28-CC04C2687EC5}" type="pres">
      <dgm:prSet presAssocID="{E08A3107-8F27-4DF4-A686-B5A012102270}" presName="bgRect" presStyleLbl="bgShp" presStyleIdx="1" presStyleCnt="2"/>
      <dgm:spPr/>
    </dgm:pt>
    <dgm:pt modelId="{9BE2CDCE-8EBC-4E98-ACC2-08BF574F8BAA}" type="pres">
      <dgm:prSet presAssocID="{E08A3107-8F27-4DF4-A686-B5A012102270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ospital"/>
        </a:ext>
      </dgm:extLst>
    </dgm:pt>
    <dgm:pt modelId="{8E4A78B8-A4EF-40B8-9EDF-DFCDDB4B91F1}" type="pres">
      <dgm:prSet presAssocID="{E08A3107-8F27-4DF4-A686-B5A012102270}" presName="spaceRect" presStyleCnt="0"/>
      <dgm:spPr/>
    </dgm:pt>
    <dgm:pt modelId="{76805BF5-94BA-4D6A-AF88-08605C45A020}" type="pres">
      <dgm:prSet presAssocID="{E08A3107-8F27-4DF4-A686-B5A012102270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CA65B930-46A9-435B-A50E-88A92DF52B1C}" type="presOf" srcId="{B6FDD580-29BE-4B68-B2BE-7985CD5B04A9}" destId="{9319A9E1-1557-41AA-8EF9-B615A59BB822}" srcOrd="0" destOrd="0" presId="urn:microsoft.com/office/officeart/2018/2/layout/IconVerticalSolidList"/>
    <dgm:cxn modelId="{FFF5C85D-4F6D-41AE-99FA-C85385622C1F}" srcId="{B6FDD580-29BE-4B68-B2BE-7985CD5B04A9}" destId="{E08A3107-8F27-4DF4-A686-B5A012102270}" srcOrd="1" destOrd="0" parTransId="{7977EB3C-1399-45F5-9982-8C08DBF054D4}" sibTransId="{B3EBD8B3-0EC5-425B-A898-632D23D7342E}"/>
    <dgm:cxn modelId="{1CF81E9B-1853-41A0-8A3A-0F2436D66238}" type="presOf" srcId="{E08A3107-8F27-4DF4-A686-B5A012102270}" destId="{76805BF5-94BA-4D6A-AF88-08605C45A020}" srcOrd="0" destOrd="0" presId="urn:microsoft.com/office/officeart/2018/2/layout/IconVerticalSolidList"/>
    <dgm:cxn modelId="{E9012B9B-B8CF-474D-BDCE-2B4006C76FDB}" srcId="{B6FDD580-29BE-4B68-B2BE-7985CD5B04A9}" destId="{C1920F22-B357-47B2-88DD-CB6B1F0BEC37}" srcOrd="0" destOrd="0" parTransId="{9AABA595-C2BC-41CF-ACF0-06570473EB7D}" sibTransId="{97B14DFC-A6CE-44EB-9083-8C4CFB1ADCBC}"/>
    <dgm:cxn modelId="{FF01FF9E-30E7-455A-A14A-26C5CCD39ED7}" type="presOf" srcId="{C1920F22-B357-47B2-88DD-CB6B1F0BEC37}" destId="{15CFE227-E677-45B3-A620-239D979830B6}" srcOrd="0" destOrd="0" presId="urn:microsoft.com/office/officeart/2018/2/layout/IconVerticalSolidList"/>
    <dgm:cxn modelId="{B212568C-1DFF-4687-BED8-7C3B118A5636}" type="presParOf" srcId="{9319A9E1-1557-41AA-8EF9-B615A59BB822}" destId="{A6E5B8A4-25A1-4337-BDD2-E9365A632F9E}" srcOrd="0" destOrd="0" presId="urn:microsoft.com/office/officeart/2018/2/layout/IconVerticalSolidList"/>
    <dgm:cxn modelId="{58CCEA7C-87C8-4C36-84A9-9AB7315ACD3E}" type="presParOf" srcId="{A6E5B8A4-25A1-4337-BDD2-E9365A632F9E}" destId="{0CF1A3A8-2827-4DC0-8A1F-1E5D3365209F}" srcOrd="0" destOrd="0" presId="urn:microsoft.com/office/officeart/2018/2/layout/IconVerticalSolidList"/>
    <dgm:cxn modelId="{2D33F904-F8CB-4775-82BC-4EB913E849DC}" type="presParOf" srcId="{A6E5B8A4-25A1-4337-BDD2-E9365A632F9E}" destId="{5A2D9DEC-619F-4297-A54F-42CEF37CC121}" srcOrd="1" destOrd="0" presId="urn:microsoft.com/office/officeart/2018/2/layout/IconVerticalSolidList"/>
    <dgm:cxn modelId="{2F7DEAC7-0BBA-4B48-8F6E-D27BEB77499C}" type="presParOf" srcId="{A6E5B8A4-25A1-4337-BDD2-E9365A632F9E}" destId="{CDEFADA1-5B2F-4F44-A3AA-DA0F1FFC4548}" srcOrd="2" destOrd="0" presId="urn:microsoft.com/office/officeart/2018/2/layout/IconVerticalSolidList"/>
    <dgm:cxn modelId="{2AD6D8B5-F750-42D2-BF40-2117FBA9B03E}" type="presParOf" srcId="{A6E5B8A4-25A1-4337-BDD2-E9365A632F9E}" destId="{15CFE227-E677-45B3-A620-239D979830B6}" srcOrd="3" destOrd="0" presId="urn:microsoft.com/office/officeart/2018/2/layout/IconVerticalSolidList"/>
    <dgm:cxn modelId="{2D9A0D87-8B94-4467-AEEC-5004A53DB076}" type="presParOf" srcId="{9319A9E1-1557-41AA-8EF9-B615A59BB822}" destId="{064F8940-CBBF-445E-BD03-D858EBDE4D54}" srcOrd="1" destOrd="0" presId="urn:microsoft.com/office/officeart/2018/2/layout/IconVerticalSolidList"/>
    <dgm:cxn modelId="{F9BF4E40-B5C3-453A-AE8F-D44FD5B23E07}" type="presParOf" srcId="{9319A9E1-1557-41AA-8EF9-B615A59BB822}" destId="{84D780CB-8D6E-408D-9F93-355381966C56}" srcOrd="2" destOrd="0" presId="urn:microsoft.com/office/officeart/2018/2/layout/IconVerticalSolidList"/>
    <dgm:cxn modelId="{AA824F64-8587-4381-A7D5-22EED9A13F81}" type="presParOf" srcId="{84D780CB-8D6E-408D-9F93-355381966C56}" destId="{FC0775A2-3B28-41A1-8F28-CC04C2687EC5}" srcOrd="0" destOrd="0" presId="urn:microsoft.com/office/officeart/2018/2/layout/IconVerticalSolidList"/>
    <dgm:cxn modelId="{655D0C8D-0114-49A1-83F3-DCF68482CDC0}" type="presParOf" srcId="{84D780CB-8D6E-408D-9F93-355381966C56}" destId="{9BE2CDCE-8EBC-4E98-ACC2-08BF574F8BAA}" srcOrd="1" destOrd="0" presId="urn:microsoft.com/office/officeart/2018/2/layout/IconVerticalSolidList"/>
    <dgm:cxn modelId="{D9FCCF73-6496-4DEB-AE9A-87624CEA56C5}" type="presParOf" srcId="{84D780CB-8D6E-408D-9F93-355381966C56}" destId="{8E4A78B8-A4EF-40B8-9EDF-DFCDDB4B91F1}" srcOrd="2" destOrd="0" presId="urn:microsoft.com/office/officeart/2018/2/layout/IconVerticalSolidList"/>
    <dgm:cxn modelId="{2BDA467D-D67B-46FD-A7BD-D8587890F475}" type="presParOf" srcId="{84D780CB-8D6E-408D-9F93-355381966C56}" destId="{76805BF5-94BA-4D6A-AF88-08605C45A02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B760E57-E22F-4791-B7E6-01D1AFA015B2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97576F4B-E4FE-4755-9048-10511F2FF641}">
      <dgm:prSet/>
      <dgm:spPr/>
      <dgm:t>
        <a:bodyPr/>
        <a:lstStyle/>
        <a:p>
          <a:r>
            <a:rPr lang="en-US"/>
            <a:t>Ordered observations over time</a:t>
          </a:r>
        </a:p>
      </dgm:t>
    </dgm:pt>
    <dgm:pt modelId="{404ED518-8068-401F-8606-704808B54D80}" type="parTrans" cxnId="{B8F4ED8C-04D0-4487-A51E-2BB83790A0AA}">
      <dgm:prSet/>
      <dgm:spPr/>
      <dgm:t>
        <a:bodyPr/>
        <a:lstStyle/>
        <a:p>
          <a:endParaRPr lang="en-US"/>
        </a:p>
      </dgm:t>
    </dgm:pt>
    <dgm:pt modelId="{AC97FEC5-24F5-419F-BF75-D3468D5B7C59}" type="sibTrans" cxnId="{B8F4ED8C-04D0-4487-A51E-2BB83790A0AA}">
      <dgm:prSet/>
      <dgm:spPr/>
      <dgm:t>
        <a:bodyPr/>
        <a:lstStyle/>
        <a:p>
          <a:endParaRPr lang="en-US"/>
        </a:p>
      </dgm:t>
    </dgm:pt>
    <dgm:pt modelId="{9534081D-342F-46B1-9367-F2C559E22668}">
      <dgm:prSet/>
      <dgm:spPr/>
      <dgm:t>
        <a:bodyPr/>
        <a:lstStyle/>
        <a:p>
          <a:r>
            <a:rPr lang="en-US"/>
            <a:t>Healthcare examples:</a:t>
          </a:r>
        </a:p>
      </dgm:t>
    </dgm:pt>
    <dgm:pt modelId="{3C592215-AB8D-468E-831D-B31B7D64FF36}" type="parTrans" cxnId="{C119D9AD-F608-4A9B-840F-1B65C1599CF4}">
      <dgm:prSet/>
      <dgm:spPr/>
      <dgm:t>
        <a:bodyPr/>
        <a:lstStyle/>
        <a:p>
          <a:endParaRPr lang="en-US"/>
        </a:p>
      </dgm:t>
    </dgm:pt>
    <dgm:pt modelId="{DE82BAA4-3E17-4F74-92D2-F89346A9CFE9}" type="sibTrans" cxnId="{C119D9AD-F608-4A9B-840F-1B65C1599CF4}">
      <dgm:prSet/>
      <dgm:spPr/>
      <dgm:t>
        <a:bodyPr/>
        <a:lstStyle/>
        <a:p>
          <a:endParaRPr lang="en-US"/>
        </a:p>
      </dgm:t>
    </dgm:pt>
    <dgm:pt modelId="{009C1D16-7D24-4715-A980-1E71483FBA27}">
      <dgm:prSet/>
      <dgm:spPr/>
      <dgm:t>
        <a:bodyPr/>
        <a:lstStyle/>
        <a:p>
          <a:r>
            <a:rPr lang="en-US"/>
            <a:t>• Daily ED arrivals</a:t>
          </a:r>
        </a:p>
      </dgm:t>
    </dgm:pt>
    <dgm:pt modelId="{03042088-9031-45CD-AE36-2233D2869DC9}" type="parTrans" cxnId="{3E26688A-AF13-4177-AC09-3FAD69D9157C}">
      <dgm:prSet/>
      <dgm:spPr/>
      <dgm:t>
        <a:bodyPr/>
        <a:lstStyle/>
        <a:p>
          <a:endParaRPr lang="en-US"/>
        </a:p>
      </dgm:t>
    </dgm:pt>
    <dgm:pt modelId="{75A1AA22-5C86-4E83-9069-ED6EA69A65FC}" type="sibTrans" cxnId="{3E26688A-AF13-4177-AC09-3FAD69D9157C}">
      <dgm:prSet/>
      <dgm:spPr/>
      <dgm:t>
        <a:bodyPr/>
        <a:lstStyle/>
        <a:p>
          <a:endParaRPr lang="en-US"/>
        </a:p>
      </dgm:t>
    </dgm:pt>
    <dgm:pt modelId="{6B96E729-A233-4C20-ADAE-724FDE7BF4F9}">
      <dgm:prSet/>
      <dgm:spPr/>
      <dgm:t>
        <a:bodyPr/>
        <a:lstStyle/>
        <a:p>
          <a:r>
            <a:rPr lang="en-US"/>
            <a:t>• ICU census levels</a:t>
          </a:r>
        </a:p>
      </dgm:t>
    </dgm:pt>
    <dgm:pt modelId="{53976D7C-E85D-448E-9725-2B037BF622A2}" type="parTrans" cxnId="{56999BB9-0F51-4174-8833-1EE1E0F9A96E}">
      <dgm:prSet/>
      <dgm:spPr/>
      <dgm:t>
        <a:bodyPr/>
        <a:lstStyle/>
        <a:p>
          <a:endParaRPr lang="en-US"/>
        </a:p>
      </dgm:t>
    </dgm:pt>
    <dgm:pt modelId="{BCA07257-BD2C-4D42-81C3-C857DC5149C4}" type="sibTrans" cxnId="{56999BB9-0F51-4174-8833-1EE1E0F9A96E}">
      <dgm:prSet/>
      <dgm:spPr/>
      <dgm:t>
        <a:bodyPr/>
        <a:lstStyle/>
        <a:p>
          <a:endParaRPr lang="en-US"/>
        </a:p>
      </dgm:t>
    </dgm:pt>
    <dgm:pt modelId="{A36F7442-F046-428B-8547-3E4E08D1B40B}">
      <dgm:prSet/>
      <dgm:spPr/>
      <dgm:t>
        <a:bodyPr/>
        <a:lstStyle/>
        <a:p>
          <a:r>
            <a:rPr lang="en-US"/>
            <a:t>• Infection incidence rates</a:t>
          </a:r>
        </a:p>
      </dgm:t>
    </dgm:pt>
    <dgm:pt modelId="{B9AC76C4-3BC8-43D7-8445-12B551F56BDB}" type="parTrans" cxnId="{5B97269B-7E1C-413F-8AE1-DE0B127C8FD9}">
      <dgm:prSet/>
      <dgm:spPr/>
      <dgm:t>
        <a:bodyPr/>
        <a:lstStyle/>
        <a:p>
          <a:endParaRPr lang="en-US"/>
        </a:p>
      </dgm:t>
    </dgm:pt>
    <dgm:pt modelId="{3DC2BF34-8258-4E67-ADB8-C984E94CD3D1}" type="sibTrans" cxnId="{5B97269B-7E1C-413F-8AE1-DE0B127C8FD9}">
      <dgm:prSet/>
      <dgm:spPr/>
      <dgm:t>
        <a:bodyPr/>
        <a:lstStyle/>
        <a:p>
          <a:endParaRPr lang="en-US"/>
        </a:p>
      </dgm:t>
    </dgm:pt>
    <dgm:pt modelId="{5F31B4AA-EFDC-4893-884B-B0B2FE234AB1}" type="pres">
      <dgm:prSet presAssocID="{CB760E57-E22F-4791-B7E6-01D1AFA015B2}" presName="vert0" presStyleCnt="0">
        <dgm:presLayoutVars>
          <dgm:dir/>
          <dgm:animOne val="branch"/>
          <dgm:animLvl val="lvl"/>
        </dgm:presLayoutVars>
      </dgm:prSet>
      <dgm:spPr/>
    </dgm:pt>
    <dgm:pt modelId="{7CE3E196-DE4D-48F8-912C-BFC69E730A7B}" type="pres">
      <dgm:prSet presAssocID="{97576F4B-E4FE-4755-9048-10511F2FF641}" presName="thickLine" presStyleLbl="alignNode1" presStyleIdx="0" presStyleCnt="5"/>
      <dgm:spPr/>
    </dgm:pt>
    <dgm:pt modelId="{E5AA8106-361D-42C4-BB0F-AC13CC0F7D92}" type="pres">
      <dgm:prSet presAssocID="{97576F4B-E4FE-4755-9048-10511F2FF641}" presName="horz1" presStyleCnt="0"/>
      <dgm:spPr/>
    </dgm:pt>
    <dgm:pt modelId="{8E4D6AF7-07AE-4BB0-9B29-75370CCEDD1C}" type="pres">
      <dgm:prSet presAssocID="{97576F4B-E4FE-4755-9048-10511F2FF641}" presName="tx1" presStyleLbl="revTx" presStyleIdx="0" presStyleCnt="5"/>
      <dgm:spPr/>
    </dgm:pt>
    <dgm:pt modelId="{ED14F424-2089-455B-9211-EA8A3BCADF60}" type="pres">
      <dgm:prSet presAssocID="{97576F4B-E4FE-4755-9048-10511F2FF641}" presName="vert1" presStyleCnt="0"/>
      <dgm:spPr/>
    </dgm:pt>
    <dgm:pt modelId="{939B7A9A-2D68-4AF5-8D13-BFD3236C686C}" type="pres">
      <dgm:prSet presAssocID="{9534081D-342F-46B1-9367-F2C559E22668}" presName="thickLine" presStyleLbl="alignNode1" presStyleIdx="1" presStyleCnt="5"/>
      <dgm:spPr/>
    </dgm:pt>
    <dgm:pt modelId="{BF2B9C6E-4F3F-4E2D-8617-4DD6968AC272}" type="pres">
      <dgm:prSet presAssocID="{9534081D-342F-46B1-9367-F2C559E22668}" presName="horz1" presStyleCnt="0"/>
      <dgm:spPr/>
    </dgm:pt>
    <dgm:pt modelId="{F6E5420A-AD00-41B9-B6B0-83B1B982ED7B}" type="pres">
      <dgm:prSet presAssocID="{9534081D-342F-46B1-9367-F2C559E22668}" presName="tx1" presStyleLbl="revTx" presStyleIdx="1" presStyleCnt="5"/>
      <dgm:spPr/>
    </dgm:pt>
    <dgm:pt modelId="{B1703299-7B06-4F09-9975-A163E127A026}" type="pres">
      <dgm:prSet presAssocID="{9534081D-342F-46B1-9367-F2C559E22668}" presName="vert1" presStyleCnt="0"/>
      <dgm:spPr/>
    </dgm:pt>
    <dgm:pt modelId="{4D31C099-18FF-4DC0-B310-632F3AFC90CC}" type="pres">
      <dgm:prSet presAssocID="{009C1D16-7D24-4715-A980-1E71483FBA27}" presName="thickLine" presStyleLbl="alignNode1" presStyleIdx="2" presStyleCnt="5"/>
      <dgm:spPr/>
    </dgm:pt>
    <dgm:pt modelId="{B616778C-BAE7-4450-BD48-0D69972AC33C}" type="pres">
      <dgm:prSet presAssocID="{009C1D16-7D24-4715-A980-1E71483FBA27}" presName="horz1" presStyleCnt="0"/>
      <dgm:spPr/>
    </dgm:pt>
    <dgm:pt modelId="{28BCD2C0-EF1D-4A81-BECC-621E9EF7B44B}" type="pres">
      <dgm:prSet presAssocID="{009C1D16-7D24-4715-A980-1E71483FBA27}" presName="tx1" presStyleLbl="revTx" presStyleIdx="2" presStyleCnt="5"/>
      <dgm:spPr/>
    </dgm:pt>
    <dgm:pt modelId="{A391B33F-0F43-4C4C-88CC-D5524C95390B}" type="pres">
      <dgm:prSet presAssocID="{009C1D16-7D24-4715-A980-1E71483FBA27}" presName="vert1" presStyleCnt="0"/>
      <dgm:spPr/>
    </dgm:pt>
    <dgm:pt modelId="{922734E1-4428-4BEE-9A5B-EA3E8B8044A8}" type="pres">
      <dgm:prSet presAssocID="{6B96E729-A233-4C20-ADAE-724FDE7BF4F9}" presName="thickLine" presStyleLbl="alignNode1" presStyleIdx="3" presStyleCnt="5"/>
      <dgm:spPr/>
    </dgm:pt>
    <dgm:pt modelId="{790A1CBE-C800-4AA9-898E-076ED32977A8}" type="pres">
      <dgm:prSet presAssocID="{6B96E729-A233-4C20-ADAE-724FDE7BF4F9}" presName="horz1" presStyleCnt="0"/>
      <dgm:spPr/>
    </dgm:pt>
    <dgm:pt modelId="{2D1AB38E-95AA-46C9-86F9-0EA839DB1E3E}" type="pres">
      <dgm:prSet presAssocID="{6B96E729-A233-4C20-ADAE-724FDE7BF4F9}" presName="tx1" presStyleLbl="revTx" presStyleIdx="3" presStyleCnt="5"/>
      <dgm:spPr/>
    </dgm:pt>
    <dgm:pt modelId="{0949DF4B-502F-4AD8-AEF0-0A3427023FA0}" type="pres">
      <dgm:prSet presAssocID="{6B96E729-A233-4C20-ADAE-724FDE7BF4F9}" presName="vert1" presStyleCnt="0"/>
      <dgm:spPr/>
    </dgm:pt>
    <dgm:pt modelId="{66985445-DE20-4511-A080-029552B661BE}" type="pres">
      <dgm:prSet presAssocID="{A36F7442-F046-428B-8547-3E4E08D1B40B}" presName="thickLine" presStyleLbl="alignNode1" presStyleIdx="4" presStyleCnt="5"/>
      <dgm:spPr/>
    </dgm:pt>
    <dgm:pt modelId="{00A2AA87-F785-4421-8256-174C8EC8B842}" type="pres">
      <dgm:prSet presAssocID="{A36F7442-F046-428B-8547-3E4E08D1B40B}" presName="horz1" presStyleCnt="0"/>
      <dgm:spPr/>
    </dgm:pt>
    <dgm:pt modelId="{F310692E-39C5-46FF-9A6F-28D3CB2113C9}" type="pres">
      <dgm:prSet presAssocID="{A36F7442-F046-428B-8547-3E4E08D1B40B}" presName="tx1" presStyleLbl="revTx" presStyleIdx="4" presStyleCnt="5"/>
      <dgm:spPr/>
    </dgm:pt>
    <dgm:pt modelId="{D5C19AA9-E0BA-4A40-B824-639EDE96FCA4}" type="pres">
      <dgm:prSet presAssocID="{A36F7442-F046-428B-8547-3E4E08D1B40B}" presName="vert1" presStyleCnt="0"/>
      <dgm:spPr/>
    </dgm:pt>
  </dgm:ptLst>
  <dgm:cxnLst>
    <dgm:cxn modelId="{4A45710C-A340-45BF-93D2-8C1C7CDD2D43}" type="presOf" srcId="{6B96E729-A233-4C20-ADAE-724FDE7BF4F9}" destId="{2D1AB38E-95AA-46C9-86F9-0EA839DB1E3E}" srcOrd="0" destOrd="0" presId="urn:microsoft.com/office/officeart/2008/layout/LinedList"/>
    <dgm:cxn modelId="{2745B10F-C973-4084-8A1A-C7D3FCFE951F}" type="presOf" srcId="{97576F4B-E4FE-4755-9048-10511F2FF641}" destId="{8E4D6AF7-07AE-4BB0-9B29-75370CCEDD1C}" srcOrd="0" destOrd="0" presId="urn:microsoft.com/office/officeart/2008/layout/LinedList"/>
    <dgm:cxn modelId="{3E26688A-AF13-4177-AC09-3FAD69D9157C}" srcId="{CB760E57-E22F-4791-B7E6-01D1AFA015B2}" destId="{009C1D16-7D24-4715-A980-1E71483FBA27}" srcOrd="2" destOrd="0" parTransId="{03042088-9031-45CD-AE36-2233D2869DC9}" sibTransId="{75A1AA22-5C86-4E83-9069-ED6EA69A65FC}"/>
    <dgm:cxn modelId="{B8F4ED8C-04D0-4487-A51E-2BB83790A0AA}" srcId="{CB760E57-E22F-4791-B7E6-01D1AFA015B2}" destId="{97576F4B-E4FE-4755-9048-10511F2FF641}" srcOrd="0" destOrd="0" parTransId="{404ED518-8068-401F-8606-704808B54D80}" sibTransId="{AC97FEC5-24F5-419F-BF75-D3468D5B7C59}"/>
    <dgm:cxn modelId="{5B97269B-7E1C-413F-8AE1-DE0B127C8FD9}" srcId="{CB760E57-E22F-4791-B7E6-01D1AFA015B2}" destId="{A36F7442-F046-428B-8547-3E4E08D1B40B}" srcOrd="4" destOrd="0" parTransId="{B9AC76C4-3BC8-43D7-8445-12B551F56BDB}" sibTransId="{3DC2BF34-8258-4E67-ADB8-C984E94CD3D1}"/>
    <dgm:cxn modelId="{20F7CAAC-6A00-45BB-AAFB-31A8F52CBD64}" type="presOf" srcId="{9534081D-342F-46B1-9367-F2C559E22668}" destId="{F6E5420A-AD00-41B9-B6B0-83B1B982ED7B}" srcOrd="0" destOrd="0" presId="urn:microsoft.com/office/officeart/2008/layout/LinedList"/>
    <dgm:cxn modelId="{C119D9AD-F608-4A9B-840F-1B65C1599CF4}" srcId="{CB760E57-E22F-4791-B7E6-01D1AFA015B2}" destId="{9534081D-342F-46B1-9367-F2C559E22668}" srcOrd="1" destOrd="0" parTransId="{3C592215-AB8D-468E-831D-B31B7D64FF36}" sibTransId="{DE82BAA4-3E17-4F74-92D2-F89346A9CFE9}"/>
    <dgm:cxn modelId="{56999BB9-0F51-4174-8833-1EE1E0F9A96E}" srcId="{CB760E57-E22F-4791-B7E6-01D1AFA015B2}" destId="{6B96E729-A233-4C20-ADAE-724FDE7BF4F9}" srcOrd="3" destOrd="0" parTransId="{53976D7C-E85D-448E-9725-2B037BF622A2}" sibTransId="{BCA07257-BD2C-4D42-81C3-C857DC5149C4}"/>
    <dgm:cxn modelId="{B11783C1-381A-40C0-AB08-1C024BFA0336}" type="presOf" srcId="{CB760E57-E22F-4791-B7E6-01D1AFA015B2}" destId="{5F31B4AA-EFDC-4893-884B-B0B2FE234AB1}" srcOrd="0" destOrd="0" presId="urn:microsoft.com/office/officeart/2008/layout/LinedList"/>
    <dgm:cxn modelId="{F6175BD7-C7FA-42A7-9B98-1BCEA4CBCE4D}" type="presOf" srcId="{A36F7442-F046-428B-8547-3E4E08D1B40B}" destId="{F310692E-39C5-46FF-9A6F-28D3CB2113C9}" srcOrd="0" destOrd="0" presId="urn:microsoft.com/office/officeart/2008/layout/LinedList"/>
    <dgm:cxn modelId="{A041BFEE-F49A-4DF3-8C92-05E4A8A3FECB}" type="presOf" srcId="{009C1D16-7D24-4715-A980-1E71483FBA27}" destId="{28BCD2C0-EF1D-4A81-BECC-621E9EF7B44B}" srcOrd="0" destOrd="0" presId="urn:microsoft.com/office/officeart/2008/layout/LinedList"/>
    <dgm:cxn modelId="{1EAC22F9-19DF-4974-8337-CAE2E2832275}" type="presParOf" srcId="{5F31B4AA-EFDC-4893-884B-B0B2FE234AB1}" destId="{7CE3E196-DE4D-48F8-912C-BFC69E730A7B}" srcOrd="0" destOrd="0" presId="urn:microsoft.com/office/officeart/2008/layout/LinedList"/>
    <dgm:cxn modelId="{501C8600-80E3-46B8-8D5B-398702F68243}" type="presParOf" srcId="{5F31B4AA-EFDC-4893-884B-B0B2FE234AB1}" destId="{E5AA8106-361D-42C4-BB0F-AC13CC0F7D92}" srcOrd="1" destOrd="0" presId="urn:microsoft.com/office/officeart/2008/layout/LinedList"/>
    <dgm:cxn modelId="{524C7961-9F01-480E-B82B-8CB477C0727E}" type="presParOf" srcId="{E5AA8106-361D-42C4-BB0F-AC13CC0F7D92}" destId="{8E4D6AF7-07AE-4BB0-9B29-75370CCEDD1C}" srcOrd="0" destOrd="0" presId="urn:microsoft.com/office/officeart/2008/layout/LinedList"/>
    <dgm:cxn modelId="{8423611B-6C02-4559-9A73-5F2BD5EAC9ED}" type="presParOf" srcId="{E5AA8106-361D-42C4-BB0F-AC13CC0F7D92}" destId="{ED14F424-2089-455B-9211-EA8A3BCADF60}" srcOrd="1" destOrd="0" presId="urn:microsoft.com/office/officeart/2008/layout/LinedList"/>
    <dgm:cxn modelId="{0E243E13-EA50-4E15-AB0B-52AC1B3E3E88}" type="presParOf" srcId="{5F31B4AA-EFDC-4893-884B-B0B2FE234AB1}" destId="{939B7A9A-2D68-4AF5-8D13-BFD3236C686C}" srcOrd="2" destOrd="0" presId="urn:microsoft.com/office/officeart/2008/layout/LinedList"/>
    <dgm:cxn modelId="{F2C5E01A-0F14-4298-BF72-591C025F64F6}" type="presParOf" srcId="{5F31B4AA-EFDC-4893-884B-B0B2FE234AB1}" destId="{BF2B9C6E-4F3F-4E2D-8617-4DD6968AC272}" srcOrd="3" destOrd="0" presId="urn:microsoft.com/office/officeart/2008/layout/LinedList"/>
    <dgm:cxn modelId="{2C457502-A8BF-4FED-B23A-6704351E9AC6}" type="presParOf" srcId="{BF2B9C6E-4F3F-4E2D-8617-4DD6968AC272}" destId="{F6E5420A-AD00-41B9-B6B0-83B1B982ED7B}" srcOrd="0" destOrd="0" presId="urn:microsoft.com/office/officeart/2008/layout/LinedList"/>
    <dgm:cxn modelId="{012BFC44-0D3E-4A7D-B67C-CF44C3A581A6}" type="presParOf" srcId="{BF2B9C6E-4F3F-4E2D-8617-4DD6968AC272}" destId="{B1703299-7B06-4F09-9975-A163E127A026}" srcOrd="1" destOrd="0" presId="urn:microsoft.com/office/officeart/2008/layout/LinedList"/>
    <dgm:cxn modelId="{EDEDCB5E-7599-4EA5-98AA-6EC985EDD8B4}" type="presParOf" srcId="{5F31B4AA-EFDC-4893-884B-B0B2FE234AB1}" destId="{4D31C099-18FF-4DC0-B310-632F3AFC90CC}" srcOrd="4" destOrd="0" presId="urn:microsoft.com/office/officeart/2008/layout/LinedList"/>
    <dgm:cxn modelId="{90062701-9E65-4479-814E-BE828B9A9F8E}" type="presParOf" srcId="{5F31B4AA-EFDC-4893-884B-B0B2FE234AB1}" destId="{B616778C-BAE7-4450-BD48-0D69972AC33C}" srcOrd="5" destOrd="0" presId="urn:microsoft.com/office/officeart/2008/layout/LinedList"/>
    <dgm:cxn modelId="{DE8915A0-4C1C-400A-AAE6-E6000357CFAD}" type="presParOf" srcId="{B616778C-BAE7-4450-BD48-0D69972AC33C}" destId="{28BCD2C0-EF1D-4A81-BECC-621E9EF7B44B}" srcOrd="0" destOrd="0" presId="urn:microsoft.com/office/officeart/2008/layout/LinedList"/>
    <dgm:cxn modelId="{6D717D16-A5C0-411D-BA0D-E9D13946D474}" type="presParOf" srcId="{B616778C-BAE7-4450-BD48-0D69972AC33C}" destId="{A391B33F-0F43-4C4C-88CC-D5524C95390B}" srcOrd="1" destOrd="0" presId="urn:microsoft.com/office/officeart/2008/layout/LinedList"/>
    <dgm:cxn modelId="{3857113F-D9E5-4280-85AD-37716819B67E}" type="presParOf" srcId="{5F31B4AA-EFDC-4893-884B-B0B2FE234AB1}" destId="{922734E1-4428-4BEE-9A5B-EA3E8B8044A8}" srcOrd="6" destOrd="0" presId="urn:microsoft.com/office/officeart/2008/layout/LinedList"/>
    <dgm:cxn modelId="{1DE83465-DB13-48BB-B370-8F4580CE544A}" type="presParOf" srcId="{5F31B4AA-EFDC-4893-884B-B0B2FE234AB1}" destId="{790A1CBE-C800-4AA9-898E-076ED32977A8}" srcOrd="7" destOrd="0" presId="urn:microsoft.com/office/officeart/2008/layout/LinedList"/>
    <dgm:cxn modelId="{69259FBB-1086-491F-B6D7-62EE8698043A}" type="presParOf" srcId="{790A1CBE-C800-4AA9-898E-076ED32977A8}" destId="{2D1AB38E-95AA-46C9-86F9-0EA839DB1E3E}" srcOrd="0" destOrd="0" presId="urn:microsoft.com/office/officeart/2008/layout/LinedList"/>
    <dgm:cxn modelId="{E6ABC85D-8711-4937-A735-1B5DA560EA06}" type="presParOf" srcId="{790A1CBE-C800-4AA9-898E-076ED32977A8}" destId="{0949DF4B-502F-4AD8-AEF0-0A3427023FA0}" srcOrd="1" destOrd="0" presId="urn:microsoft.com/office/officeart/2008/layout/LinedList"/>
    <dgm:cxn modelId="{939EFB5B-9E17-4FE4-866C-3E7D776D8F2A}" type="presParOf" srcId="{5F31B4AA-EFDC-4893-884B-B0B2FE234AB1}" destId="{66985445-DE20-4511-A080-029552B661BE}" srcOrd="8" destOrd="0" presId="urn:microsoft.com/office/officeart/2008/layout/LinedList"/>
    <dgm:cxn modelId="{05BCA23C-547D-4AEC-9B3A-D4DB6C9A9080}" type="presParOf" srcId="{5F31B4AA-EFDC-4893-884B-B0B2FE234AB1}" destId="{00A2AA87-F785-4421-8256-174C8EC8B842}" srcOrd="9" destOrd="0" presId="urn:microsoft.com/office/officeart/2008/layout/LinedList"/>
    <dgm:cxn modelId="{976946B5-EC93-43BA-9215-47357F6EEB9C}" type="presParOf" srcId="{00A2AA87-F785-4421-8256-174C8EC8B842}" destId="{F310692E-39C5-46FF-9A6F-28D3CB2113C9}" srcOrd="0" destOrd="0" presId="urn:microsoft.com/office/officeart/2008/layout/LinedList"/>
    <dgm:cxn modelId="{F7CD3032-77C1-4C96-B7BC-2A2184D9E4FC}" type="presParOf" srcId="{00A2AA87-F785-4421-8256-174C8EC8B842}" destId="{D5C19AA9-E0BA-4A40-B824-639EDE96FCA4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AE9A06E-CAE7-4F59-9EC7-EE19171F3167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8EAF651-9B32-46B2-90B2-7F60176F169B}">
      <dgm:prSet/>
      <dgm:spPr/>
      <dgm:t>
        <a:bodyPr/>
        <a:lstStyle/>
        <a:p>
          <a:r>
            <a:rPr lang="en-US"/>
            <a:t>Highly interpretable – trusted by administrators</a:t>
          </a:r>
        </a:p>
      </dgm:t>
    </dgm:pt>
    <dgm:pt modelId="{BAB7E8C5-E645-43BF-8784-9EE0B34C3B1D}" type="parTrans" cxnId="{62DC1FA3-4EDD-4CA3-9549-22E0FA03B5C9}">
      <dgm:prSet/>
      <dgm:spPr/>
      <dgm:t>
        <a:bodyPr/>
        <a:lstStyle/>
        <a:p>
          <a:endParaRPr lang="en-US"/>
        </a:p>
      </dgm:t>
    </dgm:pt>
    <dgm:pt modelId="{BA1FCBB3-88C7-4D12-8AFD-3A69919A33B4}" type="sibTrans" cxnId="{62DC1FA3-4EDD-4CA3-9549-22E0FA03B5C9}">
      <dgm:prSet/>
      <dgm:spPr/>
      <dgm:t>
        <a:bodyPr/>
        <a:lstStyle/>
        <a:p>
          <a:endParaRPr lang="en-US"/>
        </a:p>
      </dgm:t>
    </dgm:pt>
    <dgm:pt modelId="{41F04CD1-D50D-422D-98AD-CB72C0D4EB7E}">
      <dgm:prSet/>
      <dgm:spPr/>
      <dgm:t>
        <a:bodyPr/>
        <a:lstStyle/>
        <a:p>
          <a:r>
            <a:rPr lang="en-US"/>
            <a:t>Strong short-term forecasting performance</a:t>
          </a:r>
        </a:p>
      </dgm:t>
    </dgm:pt>
    <dgm:pt modelId="{9F11C4DD-70E4-4332-9D30-170A7BEEAD73}" type="parTrans" cxnId="{FE1CF261-C2A1-4BB1-A5DA-BD303F336147}">
      <dgm:prSet/>
      <dgm:spPr/>
      <dgm:t>
        <a:bodyPr/>
        <a:lstStyle/>
        <a:p>
          <a:endParaRPr lang="en-US"/>
        </a:p>
      </dgm:t>
    </dgm:pt>
    <dgm:pt modelId="{505874BE-5752-4ADF-8ADC-8F8C0F94E57B}" type="sibTrans" cxnId="{FE1CF261-C2A1-4BB1-A5DA-BD303F336147}">
      <dgm:prSet/>
      <dgm:spPr/>
      <dgm:t>
        <a:bodyPr/>
        <a:lstStyle/>
        <a:p>
          <a:endParaRPr lang="en-US"/>
        </a:p>
      </dgm:t>
    </dgm:pt>
    <dgm:pt modelId="{C2C08790-2769-48E3-97DA-14D3622B3D92}">
      <dgm:prSet/>
      <dgm:spPr/>
      <dgm:t>
        <a:bodyPr/>
        <a:lstStyle/>
        <a:p>
          <a:r>
            <a:rPr lang="en-US"/>
            <a:t>Captures autocorrelation in patient arrivals</a:t>
          </a:r>
        </a:p>
      </dgm:t>
    </dgm:pt>
    <dgm:pt modelId="{3AA84C25-6387-4A05-87C7-FFEC85CB6BDF}" type="parTrans" cxnId="{67249094-83B8-4BF8-B578-C73414156D50}">
      <dgm:prSet/>
      <dgm:spPr/>
      <dgm:t>
        <a:bodyPr/>
        <a:lstStyle/>
        <a:p>
          <a:endParaRPr lang="en-US"/>
        </a:p>
      </dgm:t>
    </dgm:pt>
    <dgm:pt modelId="{59FF8843-9521-44E3-946F-D9E5ADD47766}" type="sibTrans" cxnId="{67249094-83B8-4BF8-B578-C73414156D50}">
      <dgm:prSet/>
      <dgm:spPr/>
      <dgm:t>
        <a:bodyPr/>
        <a:lstStyle/>
        <a:p>
          <a:endParaRPr lang="en-US"/>
        </a:p>
      </dgm:t>
    </dgm:pt>
    <dgm:pt modelId="{CA9098C4-049D-4D08-9152-D8AA356FCC79}" type="pres">
      <dgm:prSet presAssocID="{1AE9A06E-CAE7-4F59-9EC7-EE19171F3167}" presName="linear" presStyleCnt="0">
        <dgm:presLayoutVars>
          <dgm:animLvl val="lvl"/>
          <dgm:resizeHandles val="exact"/>
        </dgm:presLayoutVars>
      </dgm:prSet>
      <dgm:spPr/>
    </dgm:pt>
    <dgm:pt modelId="{5551D46E-B1ED-4936-A113-210B794E1E71}" type="pres">
      <dgm:prSet presAssocID="{F8EAF651-9B32-46B2-90B2-7F60176F169B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19630198-B5DE-4D3D-BC23-4C4C339686D0}" type="pres">
      <dgm:prSet presAssocID="{BA1FCBB3-88C7-4D12-8AFD-3A69919A33B4}" presName="spacer" presStyleCnt="0"/>
      <dgm:spPr/>
    </dgm:pt>
    <dgm:pt modelId="{6E0FABB1-7B1D-451E-9AC5-12FFD4BE8F1F}" type="pres">
      <dgm:prSet presAssocID="{41F04CD1-D50D-422D-98AD-CB72C0D4EB7E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075C531F-4FEA-42DC-A9D2-B1B3F008BF52}" type="pres">
      <dgm:prSet presAssocID="{505874BE-5752-4ADF-8ADC-8F8C0F94E57B}" presName="spacer" presStyleCnt="0"/>
      <dgm:spPr/>
    </dgm:pt>
    <dgm:pt modelId="{CF2C1598-A747-4089-9748-501FF90F04EA}" type="pres">
      <dgm:prSet presAssocID="{C2C08790-2769-48E3-97DA-14D3622B3D92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4FBDDC05-0FA0-4937-97EA-FF0F1D075660}" type="presOf" srcId="{F8EAF651-9B32-46B2-90B2-7F60176F169B}" destId="{5551D46E-B1ED-4936-A113-210B794E1E71}" srcOrd="0" destOrd="0" presId="urn:microsoft.com/office/officeart/2005/8/layout/vList2"/>
    <dgm:cxn modelId="{439FDB17-84CE-447F-A61C-AFD1F251A6AC}" type="presOf" srcId="{1AE9A06E-CAE7-4F59-9EC7-EE19171F3167}" destId="{CA9098C4-049D-4D08-9152-D8AA356FCC79}" srcOrd="0" destOrd="0" presId="urn:microsoft.com/office/officeart/2005/8/layout/vList2"/>
    <dgm:cxn modelId="{332F0F2D-2D42-401E-A13F-ACB160C999E2}" type="presOf" srcId="{C2C08790-2769-48E3-97DA-14D3622B3D92}" destId="{CF2C1598-A747-4089-9748-501FF90F04EA}" srcOrd="0" destOrd="0" presId="urn:microsoft.com/office/officeart/2005/8/layout/vList2"/>
    <dgm:cxn modelId="{FE1CF261-C2A1-4BB1-A5DA-BD303F336147}" srcId="{1AE9A06E-CAE7-4F59-9EC7-EE19171F3167}" destId="{41F04CD1-D50D-422D-98AD-CB72C0D4EB7E}" srcOrd="1" destOrd="0" parTransId="{9F11C4DD-70E4-4332-9D30-170A7BEEAD73}" sibTransId="{505874BE-5752-4ADF-8ADC-8F8C0F94E57B}"/>
    <dgm:cxn modelId="{67249094-83B8-4BF8-B578-C73414156D50}" srcId="{1AE9A06E-CAE7-4F59-9EC7-EE19171F3167}" destId="{C2C08790-2769-48E3-97DA-14D3622B3D92}" srcOrd="2" destOrd="0" parTransId="{3AA84C25-6387-4A05-87C7-FFEC85CB6BDF}" sibTransId="{59FF8843-9521-44E3-946F-D9E5ADD47766}"/>
    <dgm:cxn modelId="{62DC1FA3-4EDD-4CA3-9549-22E0FA03B5C9}" srcId="{1AE9A06E-CAE7-4F59-9EC7-EE19171F3167}" destId="{F8EAF651-9B32-46B2-90B2-7F60176F169B}" srcOrd="0" destOrd="0" parTransId="{BAB7E8C5-E645-43BF-8784-9EE0B34C3B1D}" sibTransId="{BA1FCBB3-88C7-4D12-8AFD-3A69919A33B4}"/>
    <dgm:cxn modelId="{87BB6BAC-485A-4BEE-B063-5297E8CFA206}" type="presOf" srcId="{41F04CD1-D50D-422D-98AD-CB72C0D4EB7E}" destId="{6E0FABB1-7B1D-451E-9AC5-12FFD4BE8F1F}" srcOrd="0" destOrd="0" presId="urn:microsoft.com/office/officeart/2005/8/layout/vList2"/>
    <dgm:cxn modelId="{E652BBDF-C24B-40FB-BE86-3E80BAE89384}" type="presParOf" srcId="{CA9098C4-049D-4D08-9152-D8AA356FCC79}" destId="{5551D46E-B1ED-4936-A113-210B794E1E71}" srcOrd="0" destOrd="0" presId="urn:microsoft.com/office/officeart/2005/8/layout/vList2"/>
    <dgm:cxn modelId="{5CC7AC48-A15C-4B35-9F69-A9A0EED14E15}" type="presParOf" srcId="{CA9098C4-049D-4D08-9152-D8AA356FCC79}" destId="{19630198-B5DE-4D3D-BC23-4C4C339686D0}" srcOrd="1" destOrd="0" presId="urn:microsoft.com/office/officeart/2005/8/layout/vList2"/>
    <dgm:cxn modelId="{2B5912FA-6716-49FF-A1C6-B9D18CE7E035}" type="presParOf" srcId="{CA9098C4-049D-4D08-9152-D8AA356FCC79}" destId="{6E0FABB1-7B1D-451E-9AC5-12FFD4BE8F1F}" srcOrd="2" destOrd="0" presId="urn:microsoft.com/office/officeart/2005/8/layout/vList2"/>
    <dgm:cxn modelId="{EE0E1DB3-F0F5-4922-9307-AE9170251910}" type="presParOf" srcId="{CA9098C4-049D-4D08-9152-D8AA356FCC79}" destId="{075C531F-4FEA-42DC-A9D2-B1B3F008BF52}" srcOrd="3" destOrd="0" presId="urn:microsoft.com/office/officeart/2005/8/layout/vList2"/>
    <dgm:cxn modelId="{FEDCE896-E997-408D-A751-989C43217B53}" type="presParOf" srcId="{CA9098C4-049D-4D08-9152-D8AA356FCC79}" destId="{CF2C1598-A747-4089-9748-501FF90F04EA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27D4934-76B0-466E-ACD5-076E29D3DDDD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ADD585C5-B373-4B1C-85F9-69EE33C8CDAF}">
      <dgm:prSet/>
      <dgm:spPr/>
      <dgm:t>
        <a:bodyPr/>
        <a:lstStyle/>
        <a:p>
          <a:r>
            <a:rPr lang="en-US"/>
            <a:t>Staff scheduling &amp; workforce planning</a:t>
          </a:r>
        </a:p>
      </dgm:t>
    </dgm:pt>
    <dgm:pt modelId="{24E14197-EF21-4480-BCCF-7A6499A317AE}" type="parTrans" cxnId="{A98B5297-F3FA-4161-88A7-5712512104AD}">
      <dgm:prSet/>
      <dgm:spPr/>
      <dgm:t>
        <a:bodyPr/>
        <a:lstStyle/>
        <a:p>
          <a:endParaRPr lang="en-US"/>
        </a:p>
      </dgm:t>
    </dgm:pt>
    <dgm:pt modelId="{24A37299-3094-4459-8E8F-16F498A9C2B9}" type="sibTrans" cxnId="{A98B5297-F3FA-4161-88A7-5712512104AD}">
      <dgm:prSet/>
      <dgm:spPr/>
      <dgm:t>
        <a:bodyPr/>
        <a:lstStyle/>
        <a:p>
          <a:endParaRPr lang="en-US"/>
        </a:p>
      </dgm:t>
    </dgm:pt>
    <dgm:pt modelId="{62AA0D26-A4FF-4948-940B-827C56960D4F}">
      <dgm:prSet/>
      <dgm:spPr/>
      <dgm:t>
        <a:bodyPr/>
        <a:lstStyle/>
        <a:p>
          <a:r>
            <a:rPr lang="en-US"/>
            <a:t>Predicting bed occupancy</a:t>
          </a:r>
        </a:p>
      </dgm:t>
    </dgm:pt>
    <dgm:pt modelId="{6E7B8823-485A-4E7D-818C-5C7F44FFB999}" type="parTrans" cxnId="{F0D21C4F-AE05-449C-9F99-9B568137E1FC}">
      <dgm:prSet/>
      <dgm:spPr/>
      <dgm:t>
        <a:bodyPr/>
        <a:lstStyle/>
        <a:p>
          <a:endParaRPr lang="en-US"/>
        </a:p>
      </dgm:t>
    </dgm:pt>
    <dgm:pt modelId="{2A5809E3-63D9-4484-9C56-F1CBED00C54E}" type="sibTrans" cxnId="{F0D21C4F-AE05-449C-9F99-9B568137E1FC}">
      <dgm:prSet/>
      <dgm:spPr/>
      <dgm:t>
        <a:bodyPr/>
        <a:lstStyle/>
        <a:p>
          <a:endParaRPr lang="en-US"/>
        </a:p>
      </dgm:t>
    </dgm:pt>
    <dgm:pt modelId="{4D12F61B-CE94-4FA0-A0A4-F3AC6E077475}">
      <dgm:prSet/>
      <dgm:spPr/>
      <dgm:t>
        <a:bodyPr/>
        <a:lstStyle/>
        <a:p>
          <a:r>
            <a:rPr lang="en-US"/>
            <a:t>Managing patient flow during seasonal surges</a:t>
          </a:r>
        </a:p>
      </dgm:t>
    </dgm:pt>
    <dgm:pt modelId="{EAB105FF-CE93-47CB-B00E-1AFA6E27A0F6}" type="parTrans" cxnId="{C1FE7CD6-885E-47DE-BE34-0430F36389C2}">
      <dgm:prSet/>
      <dgm:spPr/>
      <dgm:t>
        <a:bodyPr/>
        <a:lstStyle/>
        <a:p>
          <a:endParaRPr lang="en-US"/>
        </a:p>
      </dgm:t>
    </dgm:pt>
    <dgm:pt modelId="{2690CC0F-9313-42A1-AB6A-0A13C491A19C}" type="sibTrans" cxnId="{C1FE7CD6-885E-47DE-BE34-0430F36389C2}">
      <dgm:prSet/>
      <dgm:spPr/>
      <dgm:t>
        <a:bodyPr/>
        <a:lstStyle/>
        <a:p>
          <a:endParaRPr lang="en-US"/>
        </a:p>
      </dgm:t>
    </dgm:pt>
    <dgm:pt modelId="{ED647269-E6FA-4C76-980C-155AFF544122}" type="pres">
      <dgm:prSet presAssocID="{F27D4934-76B0-466E-ACD5-076E29D3DDDD}" presName="root" presStyleCnt="0">
        <dgm:presLayoutVars>
          <dgm:dir/>
          <dgm:resizeHandles val="exact"/>
        </dgm:presLayoutVars>
      </dgm:prSet>
      <dgm:spPr/>
    </dgm:pt>
    <dgm:pt modelId="{1AF70379-E559-4EAF-89E4-94509A247ADE}" type="pres">
      <dgm:prSet presAssocID="{ADD585C5-B373-4B1C-85F9-69EE33C8CDAF}" presName="compNode" presStyleCnt="0"/>
      <dgm:spPr/>
    </dgm:pt>
    <dgm:pt modelId="{D19CBEFC-75A0-4F0E-B8EC-818C4E8865B5}" type="pres">
      <dgm:prSet presAssocID="{ADD585C5-B373-4B1C-85F9-69EE33C8CDAF}" presName="bgRect" presStyleLbl="bgShp" presStyleIdx="0" presStyleCnt="3"/>
      <dgm:spPr/>
    </dgm:pt>
    <dgm:pt modelId="{63D0F379-5F4A-4CF7-93E0-1AA146B0A842}" type="pres">
      <dgm:prSet presAssocID="{ADD585C5-B373-4B1C-85F9-69EE33C8CDAF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ily Calendar"/>
        </a:ext>
      </dgm:extLst>
    </dgm:pt>
    <dgm:pt modelId="{9100EFAA-2564-4291-884A-8B8C9FCACCBE}" type="pres">
      <dgm:prSet presAssocID="{ADD585C5-B373-4B1C-85F9-69EE33C8CDAF}" presName="spaceRect" presStyleCnt="0"/>
      <dgm:spPr/>
    </dgm:pt>
    <dgm:pt modelId="{7BC0C95F-EF75-4FDA-90CE-F5B42027379A}" type="pres">
      <dgm:prSet presAssocID="{ADD585C5-B373-4B1C-85F9-69EE33C8CDAF}" presName="parTx" presStyleLbl="revTx" presStyleIdx="0" presStyleCnt="3">
        <dgm:presLayoutVars>
          <dgm:chMax val="0"/>
          <dgm:chPref val="0"/>
        </dgm:presLayoutVars>
      </dgm:prSet>
      <dgm:spPr/>
    </dgm:pt>
    <dgm:pt modelId="{E37DD742-6201-4519-BF78-17E0239D2B27}" type="pres">
      <dgm:prSet presAssocID="{24A37299-3094-4459-8E8F-16F498A9C2B9}" presName="sibTrans" presStyleCnt="0"/>
      <dgm:spPr/>
    </dgm:pt>
    <dgm:pt modelId="{455A7359-6953-4A2E-8BDD-DEB26CD9A123}" type="pres">
      <dgm:prSet presAssocID="{62AA0D26-A4FF-4948-940B-827C56960D4F}" presName="compNode" presStyleCnt="0"/>
      <dgm:spPr/>
    </dgm:pt>
    <dgm:pt modelId="{AC093E2D-D59A-415A-8B01-EFA30EB153C8}" type="pres">
      <dgm:prSet presAssocID="{62AA0D26-A4FF-4948-940B-827C56960D4F}" presName="bgRect" presStyleLbl="bgShp" presStyleIdx="1" presStyleCnt="3"/>
      <dgm:spPr/>
    </dgm:pt>
    <dgm:pt modelId="{F1628177-6B94-4E06-AC74-CEAFA0D6EA94}" type="pres">
      <dgm:prSet presAssocID="{62AA0D26-A4FF-4948-940B-827C56960D4F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leep"/>
        </a:ext>
      </dgm:extLst>
    </dgm:pt>
    <dgm:pt modelId="{C68D180A-35D0-40BD-97A7-657E35AF2B2B}" type="pres">
      <dgm:prSet presAssocID="{62AA0D26-A4FF-4948-940B-827C56960D4F}" presName="spaceRect" presStyleCnt="0"/>
      <dgm:spPr/>
    </dgm:pt>
    <dgm:pt modelId="{CDB59519-F198-45BE-B196-9AF636B279C2}" type="pres">
      <dgm:prSet presAssocID="{62AA0D26-A4FF-4948-940B-827C56960D4F}" presName="parTx" presStyleLbl="revTx" presStyleIdx="1" presStyleCnt="3">
        <dgm:presLayoutVars>
          <dgm:chMax val="0"/>
          <dgm:chPref val="0"/>
        </dgm:presLayoutVars>
      </dgm:prSet>
      <dgm:spPr/>
    </dgm:pt>
    <dgm:pt modelId="{FFD6B018-ACC9-413F-891B-43C0B89287C0}" type="pres">
      <dgm:prSet presAssocID="{2A5809E3-63D9-4484-9C56-F1CBED00C54E}" presName="sibTrans" presStyleCnt="0"/>
      <dgm:spPr/>
    </dgm:pt>
    <dgm:pt modelId="{D573F2BC-B2FC-45C1-B2D2-90D4AFABCBE1}" type="pres">
      <dgm:prSet presAssocID="{4D12F61B-CE94-4FA0-A0A4-F3AC6E077475}" presName="compNode" presStyleCnt="0"/>
      <dgm:spPr/>
    </dgm:pt>
    <dgm:pt modelId="{8CC50F0A-0EE5-45F1-A31E-A45F85A8C581}" type="pres">
      <dgm:prSet presAssocID="{4D12F61B-CE94-4FA0-A0A4-F3AC6E077475}" presName="bgRect" presStyleLbl="bgShp" presStyleIdx="2" presStyleCnt="3"/>
      <dgm:spPr/>
    </dgm:pt>
    <dgm:pt modelId="{067651C8-6929-4F13-99EF-5C9E7A589C2F}" type="pres">
      <dgm:prSet presAssocID="{4D12F61B-CE94-4FA0-A0A4-F3AC6E077475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dical"/>
        </a:ext>
      </dgm:extLst>
    </dgm:pt>
    <dgm:pt modelId="{29C37F6A-8916-4738-B054-A9BAF7798E59}" type="pres">
      <dgm:prSet presAssocID="{4D12F61B-CE94-4FA0-A0A4-F3AC6E077475}" presName="spaceRect" presStyleCnt="0"/>
      <dgm:spPr/>
    </dgm:pt>
    <dgm:pt modelId="{E65C4FEE-39CE-47E8-9C9C-4B07852B10EF}" type="pres">
      <dgm:prSet presAssocID="{4D12F61B-CE94-4FA0-A0A4-F3AC6E077475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16AF120C-21AF-4A10-8918-DA952DF88220}" type="presOf" srcId="{62AA0D26-A4FF-4948-940B-827C56960D4F}" destId="{CDB59519-F198-45BE-B196-9AF636B279C2}" srcOrd="0" destOrd="0" presId="urn:microsoft.com/office/officeart/2018/2/layout/IconVerticalSolidList"/>
    <dgm:cxn modelId="{7732D467-A13D-4CAE-8FF6-FEF3F6A711D6}" type="presOf" srcId="{ADD585C5-B373-4B1C-85F9-69EE33C8CDAF}" destId="{7BC0C95F-EF75-4FDA-90CE-F5B42027379A}" srcOrd="0" destOrd="0" presId="urn:microsoft.com/office/officeart/2018/2/layout/IconVerticalSolidList"/>
    <dgm:cxn modelId="{F0D21C4F-AE05-449C-9F99-9B568137E1FC}" srcId="{F27D4934-76B0-466E-ACD5-076E29D3DDDD}" destId="{62AA0D26-A4FF-4948-940B-827C56960D4F}" srcOrd="1" destOrd="0" parTransId="{6E7B8823-485A-4E7D-818C-5C7F44FFB999}" sibTransId="{2A5809E3-63D9-4484-9C56-F1CBED00C54E}"/>
    <dgm:cxn modelId="{A98B5297-F3FA-4161-88A7-5712512104AD}" srcId="{F27D4934-76B0-466E-ACD5-076E29D3DDDD}" destId="{ADD585C5-B373-4B1C-85F9-69EE33C8CDAF}" srcOrd="0" destOrd="0" parTransId="{24E14197-EF21-4480-BCCF-7A6499A317AE}" sibTransId="{24A37299-3094-4459-8E8F-16F498A9C2B9}"/>
    <dgm:cxn modelId="{B6FAECA1-EE0A-4F2C-BE15-8206EC7FF710}" type="presOf" srcId="{4D12F61B-CE94-4FA0-A0A4-F3AC6E077475}" destId="{E65C4FEE-39CE-47E8-9C9C-4B07852B10EF}" srcOrd="0" destOrd="0" presId="urn:microsoft.com/office/officeart/2018/2/layout/IconVerticalSolidList"/>
    <dgm:cxn modelId="{C1FE7CD6-885E-47DE-BE34-0430F36389C2}" srcId="{F27D4934-76B0-466E-ACD5-076E29D3DDDD}" destId="{4D12F61B-CE94-4FA0-A0A4-F3AC6E077475}" srcOrd="2" destOrd="0" parTransId="{EAB105FF-CE93-47CB-B00E-1AFA6E27A0F6}" sibTransId="{2690CC0F-9313-42A1-AB6A-0A13C491A19C}"/>
    <dgm:cxn modelId="{979CD8D8-1B09-4F60-81D6-261B32A509CF}" type="presOf" srcId="{F27D4934-76B0-466E-ACD5-076E29D3DDDD}" destId="{ED647269-E6FA-4C76-980C-155AFF544122}" srcOrd="0" destOrd="0" presId="urn:microsoft.com/office/officeart/2018/2/layout/IconVerticalSolidList"/>
    <dgm:cxn modelId="{3FDE336B-562C-4AC2-B3EA-379D5FDF0642}" type="presParOf" srcId="{ED647269-E6FA-4C76-980C-155AFF544122}" destId="{1AF70379-E559-4EAF-89E4-94509A247ADE}" srcOrd="0" destOrd="0" presId="urn:microsoft.com/office/officeart/2018/2/layout/IconVerticalSolidList"/>
    <dgm:cxn modelId="{7906FB8A-1266-42DE-8244-2FBD5A8497AD}" type="presParOf" srcId="{1AF70379-E559-4EAF-89E4-94509A247ADE}" destId="{D19CBEFC-75A0-4F0E-B8EC-818C4E8865B5}" srcOrd="0" destOrd="0" presId="urn:microsoft.com/office/officeart/2018/2/layout/IconVerticalSolidList"/>
    <dgm:cxn modelId="{AC0C935D-10EC-4BCA-9008-CAA0CE3F6994}" type="presParOf" srcId="{1AF70379-E559-4EAF-89E4-94509A247ADE}" destId="{63D0F379-5F4A-4CF7-93E0-1AA146B0A842}" srcOrd="1" destOrd="0" presId="urn:microsoft.com/office/officeart/2018/2/layout/IconVerticalSolidList"/>
    <dgm:cxn modelId="{0814FD5C-75D2-4E88-BC04-3133785667A4}" type="presParOf" srcId="{1AF70379-E559-4EAF-89E4-94509A247ADE}" destId="{9100EFAA-2564-4291-884A-8B8C9FCACCBE}" srcOrd="2" destOrd="0" presId="urn:microsoft.com/office/officeart/2018/2/layout/IconVerticalSolidList"/>
    <dgm:cxn modelId="{7D1873A1-CAEE-480A-A83F-B253B176F48C}" type="presParOf" srcId="{1AF70379-E559-4EAF-89E4-94509A247ADE}" destId="{7BC0C95F-EF75-4FDA-90CE-F5B42027379A}" srcOrd="3" destOrd="0" presId="urn:microsoft.com/office/officeart/2018/2/layout/IconVerticalSolidList"/>
    <dgm:cxn modelId="{A5337813-9E4D-46AD-8585-BC365F7CC92E}" type="presParOf" srcId="{ED647269-E6FA-4C76-980C-155AFF544122}" destId="{E37DD742-6201-4519-BF78-17E0239D2B27}" srcOrd="1" destOrd="0" presId="urn:microsoft.com/office/officeart/2018/2/layout/IconVerticalSolidList"/>
    <dgm:cxn modelId="{28FF5042-4B9A-4942-ABC3-4BB7055BD8BE}" type="presParOf" srcId="{ED647269-E6FA-4C76-980C-155AFF544122}" destId="{455A7359-6953-4A2E-8BDD-DEB26CD9A123}" srcOrd="2" destOrd="0" presId="urn:microsoft.com/office/officeart/2018/2/layout/IconVerticalSolidList"/>
    <dgm:cxn modelId="{E79C335D-2890-4037-B440-8C17E3ECEA64}" type="presParOf" srcId="{455A7359-6953-4A2E-8BDD-DEB26CD9A123}" destId="{AC093E2D-D59A-415A-8B01-EFA30EB153C8}" srcOrd="0" destOrd="0" presId="urn:microsoft.com/office/officeart/2018/2/layout/IconVerticalSolidList"/>
    <dgm:cxn modelId="{B9C0E31C-802D-4A8A-B8B5-9AFA6F1D59E8}" type="presParOf" srcId="{455A7359-6953-4A2E-8BDD-DEB26CD9A123}" destId="{F1628177-6B94-4E06-AC74-CEAFA0D6EA94}" srcOrd="1" destOrd="0" presId="urn:microsoft.com/office/officeart/2018/2/layout/IconVerticalSolidList"/>
    <dgm:cxn modelId="{1AF45C63-8DB3-4B25-8D08-E2C01029862C}" type="presParOf" srcId="{455A7359-6953-4A2E-8BDD-DEB26CD9A123}" destId="{C68D180A-35D0-40BD-97A7-657E35AF2B2B}" srcOrd="2" destOrd="0" presId="urn:microsoft.com/office/officeart/2018/2/layout/IconVerticalSolidList"/>
    <dgm:cxn modelId="{A95EDA3C-2ACF-4B36-BF96-57A433F9CB3B}" type="presParOf" srcId="{455A7359-6953-4A2E-8BDD-DEB26CD9A123}" destId="{CDB59519-F198-45BE-B196-9AF636B279C2}" srcOrd="3" destOrd="0" presId="urn:microsoft.com/office/officeart/2018/2/layout/IconVerticalSolidList"/>
    <dgm:cxn modelId="{49A33B15-1938-4B62-A74E-3980B76B1AAB}" type="presParOf" srcId="{ED647269-E6FA-4C76-980C-155AFF544122}" destId="{FFD6B018-ACC9-413F-891B-43C0B89287C0}" srcOrd="3" destOrd="0" presId="urn:microsoft.com/office/officeart/2018/2/layout/IconVerticalSolidList"/>
    <dgm:cxn modelId="{2417E08E-A048-4F53-8F52-760C705F4118}" type="presParOf" srcId="{ED647269-E6FA-4C76-980C-155AFF544122}" destId="{D573F2BC-B2FC-45C1-B2D2-90D4AFABCBE1}" srcOrd="4" destOrd="0" presId="urn:microsoft.com/office/officeart/2018/2/layout/IconVerticalSolidList"/>
    <dgm:cxn modelId="{844407FC-A99B-4F36-9CEE-5D1FD2741B22}" type="presParOf" srcId="{D573F2BC-B2FC-45C1-B2D2-90D4AFABCBE1}" destId="{8CC50F0A-0EE5-45F1-A31E-A45F85A8C581}" srcOrd="0" destOrd="0" presId="urn:microsoft.com/office/officeart/2018/2/layout/IconVerticalSolidList"/>
    <dgm:cxn modelId="{8A331DB9-E92B-416A-891A-B7FCA0A970AD}" type="presParOf" srcId="{D573F2BC-B2FC-45C1-B2D2-90D4AFABCBE1}" destId="{067651C8-6929-4F13-99EF-5C9E7A589C2F}" srcOrd="1" destOrd="0" presId="urn:microsoft.com/office/officeart/2018/2/layout/IconVerticalSolidList"/>
    <dgm:cxn modelId="{7A4EC203-01F8-442C-BDE0-116253FDB1F1}" type="presParOf" srcId="{D573F2BC-B2FC-45C1-B2D2-90D4AFABCBE1}" destId="{29C37F6A-8916-4738-B054-A9BAF7798E59}" srcOrd="2" destOrd="0" presId="urn:microsoft.com/office/officeart/2018/2/layout/IconVerticalSolidList"/>
    <dgm:cxn modelId="{EB582F0D-2892-4E46-A97E-97F8AB4E453E}" type="presParOf" srcId="{D573F2BC-B2FC-45C1-B2D2-90D4AFABCBE1}" destId="{E65C4FEE-39CE-47E8-9C9C-4B07852B10E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592F3EE-902F-4174-9ECD-7691422BA8BE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61B6CB87-BBE3-4838-81C0-1AB0213F5882}">
      <dgm:prSet/>
      <dgm:spPr/>
      <dgm:t>
        <a:bodyPr/>
        <a:lstStyle/>
        <a:p>
          <a:r>
            <a:rPr lang="en-US"/>
            <a:t>❌ ARIMA automatically models seasonality (requires SARIMA)</a:t>
          </a:r>
        </a:p>
      </dgm:t>
    </dgm:pt>
    <dgm:pt modelId="{034C3B7B-6E09-469D-B6EC-E977221CE864}" type="parTrans" cxnId="{56415194-5A10-4161-BFA5-D2B55287910D}">
      <dgm:prSet/>
      <dgm:spPr/>
      <dgm:t>
        <a:bodyPr/>
        <a:lstStyle/>
        <a:p>
          <a:endParaRPr lang="en-US"/>
        </a:p>
      </dgm:t>
    </dgm:pt>
    <dgm:pt modelId="{A7516533-486A-4EE0-8F10-D872321AE297}" type="sibTrans" cxnId="{56415194-5A10-4161-BFA5-D2B55287910D}">
      <dgm:prSet/>
      <dgm:spPr/>
      <dgm:t>
        <a:bodyPr/>
        <a:lstStyle/>
        <a:p>
          <a:endParaRPr lang="en-US"/>
        </a:p>
      </dgm:t>
    </dgm:pt>
    <dgm:pt modelId="{EBCB919D-A1EC-4C48-A666-A11A5A94231A}">
      <dgm:prSet/>
      <dgm:spPr/>
      <dgm:t>
        <a:bodyPr/>
        <a:lstStyle/>
        <a:p>
          <a:r>
            <a:rPr lang="en-US"/>
            <a:t>❌ ARIMA requires no preprocessing (stationarity is required)</a:t>
          </a:r>
        </a:p>
      </dgm:t>
    </dgm:pt>
    <dgm:pt modelId="{6CA976FF-3DE4-4849-AEBE-55C4A0457CA5}" type="parTrans" cxnId="{B49B7B3B-3941-4DF6-9E80-A178B045ABF4}">
      <dgm:prSet/>
      <dgm:spPr/>
      <dgm:t>
        <a:bodyPr/>
        <a:lstStyle/>
        <a:p>
          <a:endParaRPr lang="en-US"/>
        </a:p>
      </dgm:t>
    </dgm:pt>
    <dgm:pt modelId="{90E62292-8F5D-4CCD-AA29-A7C1CDFBDE69}" type="sibTrans" cxnId="{B49B7B3B-3941-4DF6-9E80-A178B045ABF4}">
      <dgm:prSet/>
      <dgm:spPr/>
      <dgm:t>
        <a:bodyPr/>
        <a:lstStyle/>
        <a:p>
          <a:endParaRPr lang="en-US"/>
        </a:p>
      </dgm:t>
    </dgm:pt>
    <dgm:pt modelId="{6F7C0EF0-1B0F-4D88-BC3D-CAE38838FB12}">
      <dgm:prSet/>
      <dgm:spPr/>
      <dgm:t>
        <a:bodyPr/>
        <a:lstStyle/>
        <a:p>
          <a:r>
            <a:rPr lang="en-US"/>
            <a:t>❌ Deep learning always outperforms ARIMA – not true for hospitals</a:t>
          </a:r>
        </a:p>
      </dgm:t>
    </dgm:pt>
    <dgm:pt modelId="{F5BCEB87-08AA-4476-9BF9-2F280ED66FC1}" type="parTrans" cxnId="{F0670B46-830D-4469-8ABE-78C057809443}">
      <dgm:prSet/>
      <dgm:spPr/>
      <dgm:t>
        <a:bodyPr/>
        <a:lstStyle/>
        <a:p>
          <a:endParaRPr lang="en-US"/>
        </a:p>
      </dgm:t>
    </dgm:pt>
    <dgm:pt modelId="{9950286C-E087-4D89-85DC-B01B579D4A7E}" type="sibTrans" cxnId="{F0670B46-830D-4469-8ABE-78C057809443}">
      <dgm:prSet/>
      <dgm:spPr/>
      <dgm:t>
        <a:bodyPr/>
        <a:lstStyle/>
        <a:p>
          <a:endParaRPr lang="en-US"/>
        </a:p>
      </dgm:t>
    </dgm:pt>
    <dgm:pt modelId="{95606A38-3E54-41C4-85F5-C330783C90B5}" type="pres">
      <dgm:prSet presAssocID="{3592F3EE-902F-4174-9ECD-7691422BA8BE}" presName="root" presStyleCnt="0">
        <dgm:presLayoutVars>
          <dgm:dir/>
          <dgm:resizeHandles val="exact"/>
        </dgm:presLayoutVars>
      </dgm:prSet>
      <dgm:spPr/>
    </dgm:pt>
    <dgm:pt modelId="{C1911318-39DE-4E3A-B9C8-22C04497D2E8}" type="pres">
      <dgm:prSet presAssocID="{61B6CB87-BBE3-4838-81C0-1AB0213F5882}" presName="compNode" presStyleCnt="0"/>
      <dgm:spPr/>
    </dgm:pt>
    <dgm:pt modelId="{80F6CCBC-F7C7-4E6F-9E63-24E9C6B11FB1}" type="pres">
      <dgm:prSet presAssocID="{61B6CB87-BBE3-4838-81C0-1AB0213F588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nset scene"/>
        </a:ext>
      </dgm:extLst>
    </dgm:pt>
    <dgm:pt modelId="{01EC38B4-1C8B-46FF-B762-972B89D34348}" type="pres">
      <dgm:prSet presAssocID="{61B6CB87-BBE3-4838-81C0-1AB0213F5882}" presName="spaceRect" presStyleCnt="0"/>
      <dgm:spPr/>
    </dgm:pt>
    <dgm:pt modelId="{248E062C-9EEA-4FAD-AC44-3D9D7BA41F2A}" type="pres">
      <dgm:prSet presAssocID="{61B6CB87-BBE3-4838-81C0-1AB0213F5882}" presName="textRect" presStyleLbl="revTx" presStyleIdx="0" presStyleCnt="3">
        <dgm:presLayoutVars>
          <dgm:chMax val="1"/>
          <dgm:chPref val="1"/>
        </dgm:presLayoutVars>
      </dgm:prSet>
      <dgm:spPr/>
    </dgm:pt>
    <dgm:pt modelId="{504C0E8F-A27C-4FA7-AD8B-E12E72546A22}" type="pres">
      <dgm:prSet presAssocID="{A7516533-486A-4EE0-8F10-D872321AE297}" presName="sibTrans" presStyleCnt="0"/>
      <dgm:spPr/>
    </dgm:pt>
    <dgm:pt modelId="{40B26285-4461-4839-9216-763033DCD85A}" type="pres">
      <dgm:prSet presAssocID="{EBCB919D-A1EC-4C48-A666-A11A5A94231A}" presName="compNode" presStyleCnt="0"/>
      <dgm:spPr/>
    </dgm:pt>
    <dgm:pt modelId="{B0FE1800-10FA-4D12-AA79-765F9A07E8BC}" type="pres">
      <dgm:prSet presAssocID="{EBCB919D-A1EC-4C48-A666-A11A5A94231A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opsicle"/>
        </a:ext>
      </dgm:extLst>
    </dgm:pt>
    <dgm:pt modelId="{06EEEC3E-E2D9-4CDD-8283-538081FAD796}" type="pres">
      <dgm:prSet presAssocID="{EBCB919D-A1EC-4C48-A666-A11A5A94231A}" presName="spaceRect" presStyleCnt="0"/>
      <dgm:spPr/>
    </dgm:pt>
    <dgm:pt modelId="{EF221F5B-D941-4753-9B5B-BAF707A47D27}" type="pres">
      <dgm:prSet presAssocID="{EBCB919D-A1EC-4C48-A666-A11A5A94231A}" presName="textRect" presStyleLbl="revTx" presStyleIdx="1" presStyleCnt="3">
        <dgm:presLayoutVars>
          <dgm:chMax val="1"/>
          <dgm:chPref val="1"/>
        </dgm:presLayoutVars>
      </dgm:prSet>
      <dgm:spPr/>
    </dgm:pt>
    <dgm:pt modelId="{DA2F6992-E224-409A-8FE0-FE86CC4B4244}" type="pres">
      <dgm:prSet presAssocID="{90E62292-8F5D-4CCD-AA29-A7C1CDFBDE69}" presName="sibTrans" presStyleCnt="0"/>
      <dgm:spPr/>
    </dgm:pt>
    <dgm:pt modelId="{0CCF948C-F914-4456-80FA-D35483C03CC0}" type="pres">
      <dgm:prSet presAssocID="{6F7C0EF0-1B0F-4D88-BC3D-CAE38838FB12}" presName="compNode" presStyleCnt="0"/>
      <dgm:spPr/>
    </dgm:pt>
    <dgm:pt modelId="{BB579676-687B-4127-B315-0E02C339C7FC}" type="pres">
      <dgm:prSet presAssocID="{6F7C0EF0-1B0F-4D88-BC3D-CAE38838FB1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ain in head"/>
        </a:ext>
      </dgm:extLst>
    </dgm:pt>
    <dgm:pt modelId="{0C13AEAA-648F-475E-B85A-09ADBCA18CBA}" type="pres">
      <dgm:prSet presAssocID="{6F7C0EF0-1B0F-4D88-BC3D-CAE38838FB12}" presName="spaceRect" presStyleCnt="0"/>
      <dgm:spPr/>
    </dgm:pt>
    <dgm:pt modelId="{573EB6F4-4EC2-43E9-8F99-8DECCCB8779B}" type="pres">
      <dgm:prSet presAssocID="{6F7C0EF0-1B0F-4D88-BC3D-CAE38838FB12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B49B7B3B-3941-4DF6-9E80-A178B045ABF4}" srcId="{3592F3EE-902F-4174-9ECD-7691422BA8BE}" destId="{EBCB919D-A1EC-4C48-A666-A11A5A94231A}" srcOrd="1" destOrd="0" parTransId="{6CA976FF-3DE4-4849-AEBE-55C4A0457CA5}" sibTransId="{90E62292-8F5D-4CCD-AA29-A7C1CDFBDE69}"/>
    <dgm:cxn modelId="{F0670B46-830D-4469-8ABE-78C057809443}" srcId="{3592F3EE-902F-4174-9ECD-7691422BA8BE}" destId="{6F7C0EF0-1B0F-4D88-BC3D-CAE38838FB12}" srcOrd="2" destOrd="0" parTransId="{F5BCEB87-08AA-4476-9BF9-2F280ED66FC1}" sibTransId="{9950286C-E087-4D89-85DC-B01B579D4A7E}"/>
    <dgm:cxn modelId="{51C58B7B-9D33-4A87-BC2F-770C24E68FBB}" type="presOf" srcId="{EBCB919D-A1EC-4C48-A666-A11A5A94231A}" destId="{EF221F5B-D941-4753-9B5B-BAF707A47D27}" srcOrd="0" destOrd="0" presId="urn:microsoft.com/office/officeart/2018/2/layout/IconLabelList"/>
    <dgm:cxn modelId="{56415194-5A10-4161-BFA5-D2B55287910D}" srcId="{3592F3EE-902F-4174-9ECD-7691422BA8BE}" destId="{61B6CB87-BBE3-4838-81C0-1AB0213F5882}" srcOrd="0" destOrd="0" parTransId="{034C3B7B-6E09-469D-B6EC-E977221CE864}" sibTransId="{A7516533-486A-4EE0-8F10-D872321AE297}"/>
    <dgm:cxn modelId="{ACB6259D-15F2-494B-904B-8203CB0A98C5}" type="presOf" srcId="{6F7C0EF0-1B0F-4D88-BC3D-CAE38838FB12}" destId="{573EB6F4-4EC2-43E9-8F99-8DECCCB8779B}" srcOrd="0" destOrd="0" presId="urn:microsoft.com/office/officeart/2018/2/layout/IconLabelList"/>
    <dgm:cxn modelId="{858882CD-A144-43A4-8E79-25BA5FAFD7FC}" type="presOf" srcId="{61B6CB87-BBE3-4838-81C0-1AB0213F5882}" destId="{248E062C-9EEA-4FAD-AC44-3D9D7BA41F2A}" srcOrd="0" destOrd="0" presId="urn:microsoft.com/office/officeart/2018/2/layout/IconLabelList"/>
    <dgm:cxn modelId="{7730D5FE-E3F9-415D-B6ED-E84A38DB9215}" type="presOf" srcId="{3592F3EE-902F-4174-9ECD-7691422BA8BE}" destId="{95606A38-3E54-41C4-85F5-C330783C90B5}" srcOrd="0" destOrd="0" presId="urn:microsoft.com/office/officeart/2018/2/layout/IconLabelList"/>
    <dgm:cxn modelId="{AF69B898-233B-4690-BF37-74583170A9A1}" type="presParOf" srcId="{95606A38-3E54-41C4-85F5-C330783C90B5}" destId="{C1911318-39DE-4E3A-B9C8-22C04497D2E8}" srcOrd="0" destOrd="0" presId="urn:microsoft.com/office/officeart/2018/2/layout/IconLabelList"/>
    <dgm:cxn modelId="{691636CD-3E89-49CC-A0FE-1225EEC2534C}" type="presParOf" srcId="{C1911318-39DE-4E3A-B9C8-22C04497D2E8}" destId="{80F6CCBC-F7C7-4E6F-9E63-24E9C6B11FB1}" srcOrd="0" destOrd="0" presId="urn:microsoft.com/office/officeart/2018/2/layout/IconLabelList"/>
    <dgm:cxn modelId="{08334751-78DF-49C1-9E9B-D50E48E180AB}" type="presParOf" srcId="{C1911318-39DE-4E3A-B9C8-22C04497D2E8}" destId="{01EC38B4-1C8B-46FF-B762-972B89D34348}" srcOrd="1" destOrd="0" presId="urn:microsoft.com/office/officeart/2018/2/layout/IconLabelList"/>
    <dgm:cxn modelId="{7398F27A-E685-4650-A505-B8AA970904FE}" type="presParOf" srcId="{C1911318-39DE-4E3A-B9C8-22C04497D2E8}" destId="{248E062C-9EEA-4FAD-AC44-3D9D7BA41F2A}" srcOrd="2" destOrd="0" presId="urn:microsoft.com/office/officeart/2018/2/layout/IconLabelList"/>
    <dgm:cxn modelId="{74C26ABA-2D75-42D6-A85D-74211EEA5DB5}" type="presParOf" srcId="{95606A38-3E54-41C4-85F5-C330783C90B5}" destId="{504C0E8F-A27C-4FA7-AD8B-E12E72546A22}" srcOrd="1" destOrd="0" presId="urn:microsoft.com/office/officeart/2018/2/layout/IconLabelList"/>
    <dgm:cxn modelId="{404D610E-85F8-4E16-9381-8EF741794116}" type="presParOf" srcId="{95606A38-3E54-41C4-85F5-C330783C90B5}" destId="{40B26285-4461-4839-9216-763033DCD85A}" srcOrd="2" destOrd="0" presId="urn:microsoft.com/office/officeart/2018/2/layout/IconLabelList"/>
    <dgm:cxn modelId="{9F3C5B9B-F59E-482E-AD35-E923453C433A}" type="presParOf" srcId="{40B26285-4461-4839-9216-763033DCD85A}" destId="{B0FE1800-10FA-4D12-AA79-765F9A07E8BC}" srcOrd="0" destOrd="0" presId="urn:microsoft.com/office/officeart/2018/2/layout/IconLabelList"/>
    <dgm:cxn modelId="{CAC25CE5-7172-4B99-90A5-9A1808876A47}" type="presParOf" srcId="{40B26285-4461-4839-9216-763033DCD85A}" destId="{06EEEC3E-E2D9-4CDD-8283-538081FAD796}" srcOrd="1" destOrd="0" presId="urn:microsoft.com/office/officeart/2018/2/layout/IconLabelList"/>
    <dgm:cxn modelId="{BBFE56D8-E072-40F2-B524-4F90057EAAC1}" type="presParOf" srcId="{40B26285-4461-4839-9216-763033DCD85A}" destId="{EF221F5B-D941-4753-9B5B-BAF707A47D27}" srcOrd="2" destOrd="0" presId="urn:microsoft.com/office/officeart/2018/2/layout/IconLabelList"/>
    <dgm:cxn modelId="{5E678A90-5C08-4C08-BA1E-4A78FD7CD701}" type="presParOf" srcId="{95606A38-3E54-41C4-85F5-C330783C90B5}" destId="{DA2F6992-E224-409A-8FE0-FE86CC4B4244}" srcOrd="3" destOrd="0" presId="urn:microsoft.com/office/officeart/2018/2/layout/IconLabelList"/>
    <dgm:cxn modelId="{4A882F6F-B3B5-4C69-B67B-698020EE8D3A}" type="presParOf" srcId="{95606A38-3E54-41C4-85F5-C330783C90B5}" destId="{0CCF948C-F914-4456-80FA-D35483C03CC0}" srcOrd="4" destOrd="0" presId="urn:microsoft.com/office/officeart/2018/2/layout/IconLabelList"/>
    <dgm:cxn modelId="{235A58AF-5553-4252-BC3E-93FE2CF23D5A}" type="presParOf" srcId="{0CCF948C-F914-4456-80FA-D35483C03CC0}" destId="{BB579676-687B-4127-B315-0E02C339C7FC}" srcOrd="0" destOrd="0" presId="urn:microsoft.com/office/officeart/2018/2/layout/IconLabelList"/>
    <dgm:cxn modelId="{EEB08B06-74E0-4445-AB35-9EDC2189D2E6}" type="presParOf" srcId="{0CCF948C-F914-4456-80FA-D35483C03CC0}" destId="{0C13AEAA-648F-475E-B85A-09ADBCA18CBA}" srcOrd="1" destOrd="0" presId="urn:microsoft.com/office/officeart/2018/2/layout/IconLabelList"/>
    <dgm:cxn modelId="{48B4C8BC-F910-41B3-AB3F-2D3F955B171A}" type="presParOf" srcId="{0CCF948C-F914-4456-80FA-D35483C03CC0}" destId="{573EB6F4-4EC2-43E9-8F99-8DECCCB8779B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36ED3EB6-6CD2-475A-B4F6-BEAB453B4A35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BF5C74E9-9D52-45D8-A40E-66ED1F8C0D6A}">
      <dgm:prSet/>
      <dgm:spPr/>
      <dgm:t>
        <a:bodyPr/>
        <a:lstStyle/>
        <a:p>
          <a:r>
            <a:rPr lang="en-US"/>
            <a:t>Use ARIMA when: short-term accuracy + interpretability matter</a:t>
          </a:r>
        </a:p>
      </dgm:t>
    </dgm:pt>
    <dgm:pt modelId="{E61B75F0-5F59-4A56-824B-8783349F8B0F}" type="parTrans" cxnId="{40DE76A2-77E5-48BB-A4F3-0699D13F50DD}">
      <dgm:prSet/>
      <dgm:spPr/>
      <dgm:t>
        <a:bodyPr/>
        <a:lstStyle/>
        <a:p>
          <a:endParaRPr lang="en-US"/>
        </a:p>
      </dgm:t>
    </dgm:pt>
    <dgm:pt modelId="{59356958-F2E8-4C70-9ECA-0ED9E8603761}" type="sibTrans" cxnId="{40DE76A2-77E5-48BB-A4F3-0699D13F50DD}">
      <dgm:prSet/>
      <dgm:spPr/>
      <dgm:t>
        <a:bodyPr/>
        <a:lstStyle/>
        <a:p>
          <a:endParaRPr lang="en-US"/>
        </a:p>
      </dgm:t>
    </dgm:pt>
    <dgm:pt modelId="{8B95EB65-7260-4038-A4E5-43D97F76F440}">
      <dgm:prSet/>
      <dgm:spPr/>
      <dgm:t>
        <a:bodyPr/>
        <a:lstStyle/>
        <a:p>
          <a:r>
            <a:rPr lang="en-US"/>
            <a:t>Use SARIMA when: weekly / seasonal patterns exist</a:t>
          </a:r>
        </a:p>
      </dgm:t>
    </dgm:pt>
    <dgm:pt modelId="{52CD272D-1F21-4DB6-A543-C6AC218CB2B4}" type="parTrans" cxnId="{D6BFAD84-51EA-4191-8C15-3E351B52813E}">
      <dgm:prSet/>
      <dgm:spPr/>
      <dgm:t>
        <a:bodyPr/>
        <a:lstStyle/>
        <a:p>
          <a:endParaRPr lang="en-US"/>
        </a:p>
      </dgm:t>
    </dgm:pt>
    <dgm:pt modelId="{F832267A-D4CF-4E09-A062-AB323EB004EA}" type="sibTrans" cxnId="{D6BFAD84-51EA-4191-8C15-3E351B52813E}">
      <dgm:prSet/>
      <dgm:spPr/>
      <dgm:t>
        <a:bodyPr/>
        <a:lstStyle/>
        <a:p>
          <a:endParaRPr lang="en-US"/>
        </a:p>
      </dgm:t>
    </dgm:pt>
    <dgm:pt modelId="{DE0FF91F-858B-4E7E-924C-769D11F28120}">
      <dgm:prSet/>
      <dgm:spPr/>
      <dgm:t>
        <a:bodyPr/>
        <a:lstStyle/>
        <a:p>
          <a:r>
            <a:rPr lang="en-US"/>
            <a:t>Use LSTM/Prophet when: nonlinear patterns dominate</a:t>
          </a:r>
        </a:p>
      </dgm:t>
    </dgm:pt>
    <dgm:pt modelId="{ABAD22F5-6D74-4DEF-A0DE-E3A4471553FE}" type="parTrans" cxnId="{439A4655-7525-4F60-AF8F-1B8BA952C248}">
      <dgm:prSet/>
      <dgm:spPr/>
      <dgm:t>
        <a:bodyPr/>
        <a:lstStyle/>
        <a:p>
          <a:endParaRPr lang="en-US"/>
        </a:p>
      </dgm:t>
    </dgm:pt>
    <dgm:pt modelId="{B5EB7354-80E6-4A21-B991-1F34AC1EF0F7}" type="sibTrans" cxnId="{439A4655-7525-4F60-AF8F-1B8BA952C248}">
      <dgm:prSet/>
      <dgm:spPr/>
      <dgm:t>
        <a:bodyPr/>
        <a:lstStyle/>
        <a:p>
          <a:endParaRPr lang="en-US"/>
        </a:p>
      </dgm:t>
    </dgm:pt>
    <dgm:pt modelId="{158A01EA-1EAC-4560-9D76-16C9A2AE6B5F}" type="pres">
      <dgm:prSet presAssocID="{36ED3EB6-6CD2-475A-B4F6-BEAB453B4A35}" presName="root" presStyleCnt="0">
        <dgm:presLayoutVars>
          <dgm:dir/>
          <dgm:resizeHandles val="exact"/>
        </dgm:presLayoutVars>
      </dgm:prSet>
      <dgm:spPr/>
    </dgm:pt>
    <dgm:pt modelId="{D7A20728-EF76-4F51-B659-F3BB735102DC}" type="pres">
      <dgm:prSet presAssocID="{BF5C74E9-9D52-45D8-A40E-66ED1F8C0D6A}" presName="compNode" presStyleCnt="0"/>
      <dgm:spPr/>
    </dgm:pt>
    <dgm:pt modelId="{347A90B8-A29F-49BE-B861-6692FC59D39B}" type="pres">
      <dgm:prSet presAssocID="{BF5C74E9-9D52-45D8-A40E-66ED1F8C0D6A}" presName="bgRect" presStyleLbl="bgShp" presStyleIdx="0" presStyleCnt="3"/>
      <dgm:spPr/>
    </dgm:pt>
    <dgm:pt modelId="{9ABFA9D9-6780-4854-B257-60C7B040675C}" type="pres">
      <dgm:prSet presAssocID="{BF5C74E9-9D52-45D8-A40E-66ED1F8C0D6A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rget"/>
        </a:ext>
      </dgm:extLst>
    </dgm:pt>
    <dgm:pt modelId="{4C9C3A84-A0AF-4446-9AD3-B74F12D01D98}" type="pres">
      <dgm:prSet presAssocID="{BF5C74E9-9D52-45D8-A40E-66ED1F8C0D6A}" presName="spaceRect" presStyleCnt="0"/>
      <dgm:spPr/>
    </dgm:pt>
    <dgm:pt modelId="{AA1CE2C7-EEBA-43F1-930D-D800FD092499}" type="pres">
      <dgm:prSet presAssocID="{BF5C74E9-9D52-45D8-A40E-66ED1F8C0D6A}" presName="parTx" presStyleLbl="revTx" presStyleIdx="0" presStyleCnt="3">
        <dgm:presLayoutVars>
          <dgm:chMax val="0"/>
          <dgm:chPref val="0"/>
        </dgm:presLayoutVars>
      </dgm:prSet>
      <dgm:spPr/>
    </dgm:pt>
    <dgm:pt modelId="{D16F5563-169E-4C65-8424-AE1679A63D73}" type="pres">
      <dgm:prSet presAssocID="{59356958-F2E8-4C70-9ECA-0ED9E8603761}" presName="sibTrans" presStyleCnt="0"/>
      <dgm:spPr/>
    </dgm:pt>
    <dgm:pt modelId="{6BCA4078-2AEC-48C1-8BBC-75FAC651C055}" type="pres">
      <dgm:prSet presAssocID="{8B95EB65-7260-4038-A4E5-43D97F76F440}" presName="compNode" presStyleCnt="0"/>
      <dgm:spPr/>
    </dgm:pt>
    <dgm:pt modelId="{36232E23-7EDA-4715-9D69-84E0761996D8}" type="pres">
      <dgm:prSet presAssocID="{8B95EB65-7260-4038-A4E5-43D97F76F440}" presName="bgRect" presStyleLbl="bgShp" presStyleIdx="1" presStyleCnt="3"/>
      <dgm:spPr/>
    </dgm:pt>
    <dgm:pt modelId="{E4803D14-97B9-479E-9374-1F2120B975C5}" type="pres">
      <dgm:prSet presAssocID="{8B95EB65-7260-4038-A4E5-43D97F76F440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ggs In Basket"/>
        </a:ext>
      </dgm:extLst>
    </dgm:pt>
    <dgm:pt modelId="{81AA881B-DB22-4CB3-9446-57C09447F08B}" type="pres">
      <dgm:prSet presAssocID="{8B95EB65-7260-4038-A4E5-43D97F76F440}" presName="spaceRect" presStyleCnt="0"/>
      <dgm:spPr/>
    </dgm:pt>
    <dgm:pt modelId="{7D3BF02B-F838-4F72-A9E1-2EAE476F99E8}" type="pres">
      <dgm:prSet presAssocID="{8B95EB65-7260-4038-A4E5-43D97F76F440}" presName="parTx" presStyleLbl="revTx" presStyleIdx="1" presStyleCnt="3">
        <dgm:presLayoutVars>
          <dgm:chMax val="0"/>
          <dgm:chPref val="0"/>
        </dgm:presLayoutVars>
      </dgm:prSet>
      <dgm:spPr/>
    </dgm:pt>
    <dgm:pt modelId="{B5EABEFF-294C-4D32-897A-48B74DD872A6}" type="pres">
      <dgm:prSet presAssocID="{F832267A-D4CF-4E09-A062-AB323EB004EA}" presName="sibTrans" presStyleCnt="0"/>
      <dgm:spPr/>
    </dgm:pt>
    <dgm:pt modelId="{C3CD03F6-4C12-47C5-8B8A-150532D53B3D}" type="pres">
      <dgm:prSet presAssocID="{DE0FF91F-858B-4E7E-924C-769D11F28120}" presName="compNode" presStyleCnt="0"/>
      <dgm:spPr/>
    </dgm:pt>
    <dgm:pt modelId="{0F3A055F-C392-498F-89DF-A725B794EEAA}" type="pres">
      <dgm:prSet presAssocID="{DE0FF91F-858B-4E7E-924C-769D11F28120}" presName="bgRect" presStyleLbl="bgShp" presStyleIdx="2" presStyleCnt="3"/>
      <dgm:spPr/>
    </dgm:pt>
    <dgm:pt modelId="{B6A0F3AB-9B31-42A4-AE32-F29B749F378F}" type="pres">
      <dgm:prSet presAssocID="{DE0FF91F-858B-4E7E-924C-769D11F28120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rrow Circle"/>
        </a:ext>
      </dgm:extLst>
    </dgm:pt>
    <dgm:pt modelId="{C2FE399D-5B5C-4CC9-A909-301D6C9F6261}" type="pres">
      <dgm:prSet presAssocID="{DE0FF91F-858B-4E7E-924C-769D11F28120}" presName="spaceRect" presStyleCnt="0"/>
      <dgm:spPr/>
    </dgm:pt>
    <dgm:pt modelId="{7526A5F4-1142-482B-8327-CBFCE2B08BA0}" type="pres">
      <dgm:prSet presAssocID="{DE0FF91F-858B-4E7E-924C-769D11F28120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40C2CA3E-816E-4C74-9652-9968ED486D79}" type="presOf" srcId="{DE0FF91F-858B-4E7E-924C-769D11F28120}" destId="{7526A5F4-1142-482B-8327-CBFCE2B08BA0}" srcOrd="0" destOrd="0" presId="urn:microsoft.com/office/officeart/2018/2/layout/IconVerticalSolidList"/>
    <dgm:cxn modelId="{5A271C4F-235E-4BC4-9924-7052B32DBE89}" type="presOf" srcId="{BF5C74E9-9D52-45D8-A40E-66ED1F8C0D6A}" destId="{AA1CE2C7-EEBA-43F1-930D-D800FD092499}" srcOrd="0" destOrd="0" presId="urn:microsoft.com/office/officeart/2018/2/layout/IconVerticalSolidList"/>
    <dgm:cxn modelId="{439A4655-7525-4F60-AF8F-1B8BA952C248}" srcId="{36ED3EB6-6CD2-475A-B4F6-BEAB453B4A35}" destId="{DE0FF91F-858B-4E7E-924C-769D11F28120}" srcOrd="2" destOrd="0" parTransId="{ABAD22F5-6D74-4DEF-A0DE-E3A4471553FE}" sibTransId="{B5EB7354-80E6-4A21-B991-1F34AC1EF0F7}"/>
    <dgm:cxn modelId="{9FBD8080-51E0-491E-8650-29E766648431}" type="presOf" srcId="{8B95EB65-7260-4038-A4E5-43D97F76F440}" destId="{7D3BF02B-F838-4F72-A9E1-2EAE476F99E8}" srcOrd="0" destOrd="0" presId="urn:microsoft.com/office/officeart/2018/2/layout/IconVerticalSolidList"/>
    <dgm:cxn modelId="{D6BFAD84-51EA-4191-8C15-3E351B52813E}" srcId="{36ED3EB6-6CD2-475A-B4F6-BEAB453B4A35}" destId="{8B95EB65-7260-4038-A4E5-43D97F76F440}" srcOrd="1" destOrd="0" parTransId="{52CD272D-1F21-4DB6-A543-C6AC218CB2B4}" sibTransId="{F832267A-D4CF-4E09-A062-AB323EB004EA}"/>
    <dgm:cxn modelId="{40DE76A2-77E5-48BB-A4F3-0699D13F50DD}" srcId="{36ED3EB6-6CD2-475A-B4F6-BEAB453B4A35}" destId="{BF5C74E9-9D52-45D8-A40E-66ED1F8C0D6A}" srcOrd="0" destOrd="0" parTransId="{E61B75F0-5F59-4A56-824B-8783349F8B0F}" sibTransId="{59356958-F2E8-4C70-9ECA-0ED9E8603761}"/>
    <dgm:cxn modelId="{88402EC1-13AB-4FD4-B5F2-1086C9E5C4AF}" type="presOf" srcId="{36ED3EB6-6CD2-475A-B4F6-BEAB453B4A35}" destId="{158A01EA-1EAC-4560-9D76-16C9A2AE6B5F}" srcOrd="0" destOrd="0" presId="urn:microsoft.com/office/officeart/2018/2/layout/IconVerticalSolidList"/>
    <dgm:cxn modelId="{36D4CA6A-6EF2-41B9-AD56-431948512B8C}" type="presParOf" srcId="{158A01EA-1EAC-4560-9D76-16C9A2AE6B5F}" destId="{D7A20728-EF76-4F51-B659-F3BB735102DC}" srcOrd="0" destOrd="0" presId="urn:microsoft.com/office/officeart/2018/2/layout/IconVerticalSolidList"/>
    <dgm:cxn modelId="{0AAAF6DE-E29C-4D94-A970-2E12A327547D}" type="presParOf" srcId="{D7A20728-EF76-4F51-B659-F3BB735102DC}" destId="{347A90B8-A29F-49BE-B861-6692FC59D39B}" srcOrd="0" destOrd="0" presId="urn:microsoft.com/office/officeart/2018/2/layout/IconVerticalSolidList"/>
    <dgm:cxn modelId="{6436449A-4373-4D52-9543-92EED14A48F6}" type="presParOf" srcId="{D7A20728-EF76-4F51-B659-F3BB735102DC}" destId="{9ABFA9D9-6780-4854-B257-60C7B040675C}" srcOrd="1" destOrd="0" presId="urn:microsoft.com/office/officeart/2018/2/layout/IconVerticalSolidList"/>
    <dgm:cxn modelId="{8775F3EF-194A-486B-9C00-28AA6B4B9084}" type="presParOf" srcId="{D7A20728-EF76-4F51-B659-F3BB735102DC}" destId="{4C9C3A84-A0AF-4446-9AD3-B74F12D01D98}" srcOrd="2" destOrd="0" presId="urn:microsoft.com/office/officeart/2018/2/layout/IconVerticalSolidList"/>
    <dgm:cxn modelId="{A8A9C290-7113-4961-BF54-C1E9960A058B}" type="presParOf" srcId="{D7A20728-EF76-4F51-B659-F3BB735102DC}" destId="{AA1CE2C7-EEBA-43F1-930D-D800FD092499}" srcOrd="3" destOrd="0" presId="urn:microsoft.com/office/officeart/2018/2/layout/IconVerticalSolidList"/>
    <dgm:cxn modelId="{16C723D2-B0FE-40A7-A81B-D41A8B2ABAF8}" type="presParOf" srcId="{158A01EA-1EAC-4560-9D76-16C9A2AE6B5F}" destId="{D16F5563-169E-4C65-8424-AE1679A63D73}" srcOrd="1" destOrd="0" presId="urn:microsoft.com/office/officeart/2018/2/layout/IconVerticalSolidList"/>
    <dgm:cxn modelId="{9DBDCF5A-9928-4B40-B55F-04A97134A9A5}" type="presParOf" srcId="{158A01EA-1EAC-4560-9D76-16C9A2AE6B5F}" destId="{6BCA4078-2AEC-48C1-8BBC-75FAC651C055}" srcOrd="2" destOrd="0" presId="urn:microsoft.com/office/officeart/2018/2/layout/IconVerticalSolidList"/>
    <dgm:cxn modelId="{5F3B206C-A8E4-484E-A3BD-52BF8A43B52A}" type="presParOf" srcId="{6BCA4078-2AEC-48C1-8BBC-75FAC651C055}" destId="{36232E23-7EDA-4715-9D69-84E0761996D8}" srcOrd="0" destOrd="0" presId="urn:microsoft.com/office/officeart/2018/2/layout/IconVerticalSolidList"/>
    <dgm:cxn modelId="{3CA31678-02D1-45BC-98B2-F8B9BB7B1B4F}" type="presParOf" srcId="{6BCA4078-2AEC-48C1-8BBC-75FAC651C055}" destId="{E4803D14-97B9-479E-9374-1F2120B975C5}" srcOrd="1" destOrd="0" presId="urn:microsoft.com/office/officeart/2018/2/layout/IconVerticalSolidList"/>
    <dgm:cxn modelId="{224C6056-5D4A-4CE6-B21B-2A9BAECBB736}" type="presParOf" srcId="{6BCA4078-2AEC-48C1-8BBC-75FAC651C055}" destId="{81AA881B-DB22-4CB3-9446-57C09447F08B}" srcOrd="2" destOrd="0" presId="urn:microsoft.com/office/officeart/2018/2/layout/IconVerticalSolidList"/>
    <dgm:cxn modelId="{14DFBCD3-4B5D-46D6-947D-C5569C10A6EC}" type="presParOf" srcId="{6BCA4078-2AEC-48C1-8BBC-75FAC651C055}" destId="{7D3BF02B-F838-4F72-A9E1-2EAE476F99E8}" srcOrd="3" destOrd="0" presId="urn:microsoft.com/office/officeart/2018/2/layout/IconVerticalSolidList"/>
    <dgm:cxn modelId="{EB8F71C2-0C51-4068-9083-A6448E765687}" type="presParOf" srcId="{158A01EA-1EAC-4560-9D76-16C9A2AE6B5F}" destId="{B5EABEFF-294C-4D32-897A-48B74DD872A6}" srcOrd="3" destOrd="0" presId="urn:microsoft.com/office/officeart/2018/2/layout/IconVerticalSolidList"/>
    <dgm:cxn modelId="{1C6C9C3A-15F6-415D-A7CA-D72B114712FD}" type="presParOf" srcId="{158A01EA-1EAC-4560-9D76-16C9A2AE6B5F}" destId="{C3CD03F6-4C12-47C5-8B8A-150532D53B3D}" srcOrd="4" destOrd="0" presId="urn:microsoft.com/office/officeart/2018/2/layout/IconVerticalSolidList"/>
    <dgm:cxn modelId="{3B5EDA0B-869D-4B36-BB04-FE53385F0373}" type="presParOf" srcId="{C3CD03F6-4C12-47C5-8B8A-150532D53B3D}" destId="{0F3A055F-C392-498F-89DF-A725B794EEAA}" srcOrd="0" destOrd="0" presId="urn:microsoft.com/office/officeart/2018/2/layout/IconVerticalSolidList"/>
    <dgm:cxn modelId="{D555349C-0219-498F-9776-3BA5061BF2EE}" type="presParOf" srcId="{C3CD03F6-4C12-47C5-8B8A-150532D53B3D}" destId="{B6A0F3AB-9B31-42A4-AE32-F29B749F378F}" srcOrd="1" destOrd="0" presId="urn:microsoft.com/office/officeart/2018/2/layout/IconVerticalSolidList"/>
    <dgm:cxn modelId="{D273667B-AAB8-404C-9ACD-27F107AB6066}" type="presParOf" srcId="{C3CD03F6-4C12-47C5-8B8A-150532D53B3D}" destId="{C2FE399D-5B5C-4CC9-A909-301D6C9F6261}" srcOrd="2" destOrd="0" presId="urn:microsoft.com/office/officeart/2018/2/layout/IconVerticalSolidList"/>
    <dgm:cxn modelId="{F163804E-54C7-4A08-8EED-16D16FCF8E7C}" type="presParOf" srcId="{C3CD03F6-4C12-47C5-8B8A-150532D53B3D}" destId="{7526A5F4-1142-482B-8327-CBFCE2B08BA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FF86F58E-F381-43FE-85E2-2770E66B7F47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8107226E-FD8A-4BD3-9B44-C0D77F18031B}">
      <dgm:prSet/>
      <dgm:spPr/>
      <dgm:t>
        <a:bodyPr/>
        <a:lstStyle/>
        <a:p>
          <a:pPr>
            <a:defRPr cap="all"/>
          </a:pPr>
          <a:r>
            <a:rPr lang="en-US"/>
            <a:t>Next: We will walk through the full ARIMA pipeline in Jupyter Notebook</a:t>
          </a:r>
        </a:p>
      </dgm:t>
    </dgm:pt>
    <dgm:pt modelId="{A3D0547A-1FC8-4120-B82E-C8F9429D1E96}" type="parTrans" cxnId="{F75C4B0F-5176-4ACB-84E6-050EE235726E}">
      <dgm:prSet/>
      <dgm:spPr/>
      <dgm:t>
        <a:bodyPr/>
        <a:lstStyle/>
        <a:p>
          <a:endParaRPr lang="en-US"/>
        </a:p>
      </dgm:t>
    </dgm:pt>
    <dgm:pt modelId="{B1AA009E-C82B-4C6B-9270-DC8A9F29E141}" type="sibTrans" cxnId="{F75C4B0F-5176-4ACB-84E6-050EE235726E}">
      <dgm:prSet/>
      <dgm:spPr/>
      <dgm:t>
        <a:bodyPr/>
        <a:lstStyle/>
        <a:p>
          <a:endParaRPr lang="en-US"/>
        </a:p>
      </dgm:t>
    </dgm:pt>
    <dgm:pt modelId="{3D71A893-75EB-47EB-9401-18D1C8A7C9F9}">
      <dgm:prSet/>
      <dgm:spPr/>
      <dgm:t>
        <a:bodyPr/>
        <a:lstStyle/>
        <a:p>
          <a:pPr>
            <a:defRPr cap="all"/>
          </a:pPr>
          <a:r>
            <a:rPr lang="en-US"/>
            <a:t>Data loading → Preprocessing → Model selection → Forecasting</a:t>
          </a:r>
        </a:p>
      </dgm:t>
    </dgm:pt>
    <dgm:pt modelId="{E7880FEE-3B02-4ABD-A79F-3E4DD8BB116A}" type="parTrans" cxnId="{2B618241-8D85-498A-8A70-9DF6D1868154}">
      <dgm:prSet/>
      <dgm:spPr/>
      <dgm:t>
        <a:bodyPr/>
        <a:lstStyle/>
        <a:p>
          <a:endParaRPr lang="en-US"/>
        </a:p>
      </dgm:t>
    </dgm:pt>
    <dgm:pt modelId="{30643D8C-6501-43D8-BA01-B84B1A566AA0}" type="sibTrans" cxnId="{2B618241-8D85-498A-8A70-9DF6D1868154}">
      <dgm:prSet/>
      <dgm:spPr/>
      <dgm:t>
        <a:bodyPr/>
        <a:lstStyle/>
        <a:p>
          <a:endParaRPr lang="en-US"/>
        </a:p>
      </dgm:t>
    </dgm:pt>
    <dgm:pt modelId="{2B7CF8BF-897C-4137-BEA2-2B34B732B573}" type="pres">
      <dgm:prSet presAssocID="{FF86F58E-F381-43FE-85E2-2770E66B7F47}" presName="root" presStyleCnt="0">
        <dgm:presLayoutVars>
          <dgm:dir/>
          <dgm:resizeHandles val="exact"/>
        </dgm:presLayoutVars>
      </dgm:prSet>
      <dgm:spPr/>
    </dgm:pt>
    <dgm:pt modelId="{D695B443-8057-43AD-B091-5213E86B6F47}" type="pres">
      <dgm:prSet presAssocID="{8107226E-FD8A-4BD3-9B44-C0D77F18031B}" presName="compNode" presStyleCnt="0"/>
      <dgm:spPr/>
    </dgm:pt>
    <dgm:pt modelId="{D22A3A7A-DAB3-4017-886D-3FA041BF1D32}" type="pres">
      <dgm:prSet presAssocID="{8107226E-FD8A-4BD3-9B44-C0D77F18031B}" presName="iconBgRect" presStyleLbl="bgShp" presStyleIdx="0" presStyleCnt="2"/>
      <dgm:spPr>
        <a:prstGeom prst="round2DiagRect">
          <a:avLst>
            <a:gd name="adj1" fmla="val 29727"/>
            <a:gd name="adj2" fmla="val 0"/>
          </a:avLst>
        </a:prstGeom>
      </dgm:spPr>
    </dgm:pt>
    <dgm:pt modelId="{124CABA1-3A1B-4D7C-8475-2176B237FF6D}" type="pres">
      <dgm:prSet presAssocID="{8107226E-FD8A-4BD3-9B44-C0D77F18031B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ootprints"/>
        </a:ext>
      </dgm:extLst>
    </dgm:pt>
    <dgm:pt modelId="{B880EB67-2771-4BD5-A7C7-90D3677867F7}" type="pres">
      <dgm:prSet presAssocID="{8107226E-FD8A-4BD3-9B44-C0D77F18031B}" presName="spaceRect" presStyleCnt="0"/>
      <dgm:spPr/>
    </dgm:pt>
    <dgm:pt modelId="{A7918A8E-A4B1-47B5-94D5-8C8144C35D55}" type="pres">
      <dgm:prSet presAssocID="{8107226E-FD8A-4BD3-9B44-C0D77F18031B}" presName="textRect" presStyleLbl="revTx" presStyleIdx="0" presStyleCnt="2">
        <dgm:presLayoutVars>
          <dgm:chMax val="1"/>
          <dgm:chPref val="1"/>
        </dgm:presLayoutVars>
      </dgm:prSet>
      <dgm:spPr/>
    </dgm:pt>
    <dgm:pt modelId="{65B86F64-7031-4B0D-88FB-EFC033777805}" type="pres">
      <dgm:prSet presAssocID="{B1AA009E-C82B-4C6B-9270-DC8A9F29E141}" presName="sibTrans" presStyleCnt="0"/>
      <dgm:spPr/>
    </dgm:pt>
    <dgm:pt modelId="{C87EC495-198A-4BB4-8018-47557A401241}" type="pres">
      <dgm:prSet presAssocID="{3D71A893-75EB-47EB-9401-18D1C8A7C9F9}" presName="compNode" presStyleCnt="0"/>
      <dgm:spPr/>
    </dgm:pt>
    <dgm:pt modelId="{D5AE0A06-49B7-4D53-8923-5246BA3BF129}" type="pres">
      <dgm:prSet presAssocID="{3D71A893-75EB-47EB-9401-18D1C8A7C9F9}" presName="iconBgRect" presStyleLbl="bgShp" presStyleIdx="1" presStyleCnt="2"/>
      <dgm:spPr>
        <a:prstGeom prst="round2DiagRect">
          <a:avLst>
            <a:gd name="adj1" fmla="val 29727"/>
            <a:gd name="adj2" fmla="val 0"/>
          </a:avLst>
        </a:prstGeom>
      </dgm:spPr>
    </dgm:pt>
    <dgm:pt modelId="{D9188473-7573-4294-9BBA-C6DABC0D4EC7}" type="pres">
      <dgm:prSet presAssocID="{3D71A893-75EB-47EB-9401-18D1C8A7C9F9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AB9BEE81-7FA9-4001-8A11-BF3B4C08501E}" type="pres">
      <dgm:prSet presAssocID="{3D71A893-75EB-47EB-9401-18D1C8A7C9F9}" presName="spaceRect" presStyleCnt="0"/>
      <dgm:spPr/>
    </dgm:pt>
    <dgm:pt modelId="{2274435A-D1E4-4590-B3FE-315CCA434156}" type="pres">
      <dgm:prSet presAssocID="{3D71A893-75EB-47EB-9401-18D1C8A7C9F9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F75C4B0F-5176-4ACB-84E6-050EE235726E}" srcId="{FF86F58E-F381-43FE-85E2-2770E66B7F47}" destId="{8107226E-FD8A-4BD3-9B44-C0D77F18031B}" srcOrd="0" destOrd="0" parTransId="{A3D0547A-1FC8-4120-B82E-C8F9429D1E96}" sibTransId="{B1AA009E-C82B-4C6B-9270-DC8A9F29E141}"/>
    <dgm:cxn modelId="{DEE0C62E-E570-4CC8-B5EC-B7CE2C5EB7C2}" type="presOf" srcId="{FF86F58E-F381-43FE-85E2-2770E66B7F47}" destId="{2B7CF8BF-897C-4137-BEA2-2B34B732B573}" srcOrd="0" destOrd="0" presId="urn:microsoft.com/office/officeart/2018/5/layout/IconLeafLabelList"/>
    <dgm:cxn modelId="{C89A995B-FB3A-4B6A-BEF2-7772D61FA6D5}" type="presOf" srcId="{8107226E-FD8A-4BD3-9B44-C0D77F18031B}" destId="{A7918A8E-A4B1-47B5-94D5-8C8144C35D55}" srcOrd="0" destOrd="0" presId="urn:microsoft.com/office/officeart/2018/5/layout/IconLeafLabelList"/>
    <dgm:cxn modelId="{2B618241-8D85-498A-8A70-9DF6D1868154}" srcId="{FF86F58E-F381-43FE-85E2-2770E66B7F47}" destId="{3D71A893-75EB-47EB-9401-18D1C8A7C9F9}" srcOrd="1" destOrd="0" parTransId="{E7880FEE-3B02-4ABD-A79F-3E4DD8BB116A}" sibTransId="{30643D8C-6501-43D8-BA01-B84B1A566AA0}"/>
    <dgm:cxn modelId="{4D02B242-246E-44D7-8D64-741EB299688E}" type="presOf" srcId="{3D71A893-75EB-47EB-9401-18D1C8A7C9F9}" destId="{2274435A-D1E4-4590-B3FE-315CCA434156}" srcOrd="0" destOrd="0" presId="urn:microsoft.com/office/officeart/2018/5/layout/IconLeafLabelList"/>
    <dgm:cxn modelId="{748309ED-C17E-40A3-9551-9A8115866E57}" type="presParOf" srcId="{2B7CF8BF-897C-4137-BEA2-2B34B732B573}" destId="{D695B443-8057-43AD-B091-5213E86B6F47}" srcOrd="0" destOrd="0" presId="urn:microsoft.com/office/officeart/2018/5/layout/IconLeafLabelList"/>
    <dgm:cxn modelId="{BEDF7C77-EF5D-465A-9D75-5BC564ABC9FC}" type="presParOf" srcId="{D695B443-8057-43AD-B091-5213E86B6F47}" destId="{D22A3A7A-DAB3-4017-886D-3FA041BF1D32}" srcOrd="0" destOrd="0" presId="urn:microsoft.com/office/officeart/2018/5/layout/IconLeafLabelList"/>
    <dgm:cxn modelId="{4DD8839C-4F3F-4EA4-86F7-43698EE4BC4D}" type="presParOf" srcId="{D695B443-8057-43AD-B091-5213E86B6F47}" destId="{124CABA1-3A1B-4D7C-8475-2176B237FF6D}" srcOrd="1" destOrd="0" presId="urn:microsoft.com/office/officeart/2018/5/layout/IconLeafLabelList"/>
    <dgm:cxn modelId="{B20BBA05-73E8-4CBA-A132-847765A9925D}" type="presParOf" srcId="{D695B443-8057-43AD-B091-5213E86B6F47}" destId="{B880EB67-2771-4BD5-A7C7-90D3677867F7}" srcOrd="2" destOrd="0" presId="urn:microsoft.com/office/officeart/2018/5/layout/IconLeafLabelList"/>
    <dgm:cxn modelId="{2821B210-6568-4E6A-A02D-817BDAD78E65}" type="presParOf" srcId="{D695B443-8057-43AD-B091-5213E86B6F47}" destId="{A7918A8E-A4B1-47B5-94D5-8C8144C35D55}" srcOrd="3" destOrd="0" presId="urn:microsoft.com/office/officeart/2018/5/layout/IconLeafLabelList"/>
    <dgm:cxn modelId="{3F8A3CD3-7B2A-4263-8E67-D555C027CF53}" type="presParOf" srcId="{2B7CF8BF-897C-4137-BEA2-2B34B732B573}" destId="{65B86F64-7031-4B0D-88FB-EFC033777805}" srcOrd="1" destOrd="0" presId="urn:microsoft.com/office/officeart/2018/5/layout/IconLeafLabelList"/>
    <dgm:cxn modelId="{CB03BD3E-E5E1-4952-A0BA-1CB4106922E0}" type="presParOf" srcId="{2B7CF8BF-897C-4137-BEA2-2B34B732B573}" destId="{C87EC495-198A-4BB4-8018-47557A401241}" srcOrd="2" destOrd="0" presId="urn:microsoft.com/office/officeart/2018/5/layout/IconLeafLabelList"/>
    <dgm:cxn modelId="{5E9CB61E-F4FB-415B-BF54-C11D49B9514E}" type="presParOf" srcId="{C87EC495-198A-4BB4-8018-47557A401241}" destId="{D5AE0A06-49B7-4D53-8923-5246BA3BF129}" srcOrd="0" destOrd="0" presId="urn:microsoft.com/office/officeart/2018/5/layout/IconLeafLabelList"/>
    <dgm:cxn modelId="{C46A0B86-312B-457A-BB38-3F40FFA2CA19}" type="presParOf" srcId="{C87EC495-198A-4BB4-8018-47557A401241}" destId="{D9188473-7573-4294-9BBA-C6DABC0D4EC7}" srcOrd="1" destOrd="0" presId="urn:microsoft.com/office/officeart/2018/5/layout/IconLeafLabelList"/>
    <dgm:cxn modelId="{7405E6B4-4385-4C2E-897C-766C5F43ABD3}" type="presParOf" srcId="{C87EC495-198A-4BB4-8018-47557A401241}" destId="{AB9BEE81-7FA9-4001-8A11-BF3B4C08501E}" srcOrd="2" destOrd="0" presId="urn:microsoft.com/office/officeart/2018/5/layout/IconLeafLabelList"/>
    <dgm:cxn modelId="{6A0C0312-7968-40C4-A21B-E9D3D5E67DF2}" type="presParOf" srcId="{C87EC495-198A-4BB4-8018-47557A401241}" destId="{2274435A-D1E4-4590-B3FE-315CCA434156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F64F9797-95F3-42BC-A9DF-7F4E5BD7B622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8C59A394-55E7-41EE-9C47-B6D7340332E4}">
      <dgm:prSet/>
      <dgm:spPr/>
      <dgm:t>
        <a:bodyPr/>
        <a:lstStyle/>
        <a:p>
          <a:r>
            <a:rPr lang="en-US"/>
            <a:t>Jupyter Notebook Demonstration</a:t>
          </a:r>
        </a:p>
      </dgm:t>
    </dgm:pt>
    <dgm:pt modelId="{0AC3A11E-4D6C-47A4-A301-B7BF0AF71B3E}" type="parTrans" cxnId="{9A8D54B0-18BB-4B96-AFEE-AB969CBF5C16}">
      <dgm:prSet/>
      <dgm:spPr/>
      <dgm:t>
        <a:bodyPr/>
        <a:lstStyle/>
        <a:p>
          <a:endParaRPr lang="en-US"/>
        </a:p>
      </dgm:t>
    </dgm:pt>
    <dgm:pt modelId="{FDCD9551-095C-4E73-8927-22E871DEBB03}" type="sibTrans" cxnId="{9A8D54B0-18BB-4B96-AFEE-AB969CBF5C16}">
      <dgm:prSet/>
      <dgm:spPr/>
      <dgm:t>
        <a:bodyPr/>
        <a:lstStyle/>
        <a:p>
          <a:endParaRPr lang="en-US"/>
        </a:p>
      </dgm:t>
    </dgm:pt>
    <dgm:pt modelId="{0176F8F3-A599-4CEC-AA7A-564E644233E0}">
      <dgm:prSet/>
      <dgm:spPr/>
      <dgm:t>
        <a:bodyPr/>
        <a:lstStyle/>
        <a:p>
          <a:r>
            <a:rPr lang="en-US"/>
            <a:t>Full ARIMA Forecasting Pipeline</a:t>
          </a:r>
        </a:p>
      </dgm:t>
    </dgm:pt>
    <dgm:pt modelId="{AD3D7C75-3DB9-499D-9EBA-A4CBF136DF46}" type="parTrans" cxnId="{C564106B-5D96-4E34-AEB2-A7DB7A1F3BAF}">
      <dgm:prSet/>
      <dgm:spPr/>
      <dgm:t>
        <a:bodyPr/>
        <a:lstStyle/>
        <a:p>
          <a:endParaRPr lang="en-US"/>
        </a:p>
      </dgm:t>
    </dgm:pt>
    <dgm:pt modelId="{C243A32B-F65B-4D7E-9B20-BF8AF288B678}" type="sibTrans" cxnId="{C564106B-5D96-4E34-AEB2-A7DB7A1F3BAF}">
      <dgm:prSet/>
      <dgm:spPr/>
      <dgm:t>
        <a:bodyPr/>
        <a:lstStyle/>
        <a:p>
          <a:endParaRPr lang="en-US"/>
        </a:p>
      </dgm:t>
    </dgm:pt>
    <dgm:pt modelId="{61BA8876-F811-411A-B9A4-2EDD4BAC7D6C}" type="pres">
      <dgm:prSet presAssocID="{F64F9797-95F3-42BC-A9DF-7F4E5BD7B622}" presName="root" presStyleCnt="0">
        <dgm:presLayoutVars>
          <dgm:dir/>
          <dgm:resizeHandles val="exact"/>
        </dgm:presLayoutVars>
      </dgm:prSet>
      <dgm:spPr/>
    </dgm:pt>
    <dgm:pt modelId="{3C4E89B9-CC09-441D-91A6-0F402DF341AB}" type="pres">
      <dgm:prSet presAssocID="{8C59A394-55E7-41EE-9C47-B6D7340332E4}" presName="compNode" presStyleCnt="0"/>
      <dgm:spPr/>
    </dgm:pt>
    <dgm:pt modelId="{F2FFEB65-92D7-4E5E-B6E8-E217ED5412E5}" type="pres">
      <dgm:prSet presAssocID="{8C59A394-55E7-41EE-9C47-B6D7340332E4}" presName="bgRect" presStyleLbl="bgShp" presStyleIdx="0" presStyleCnt="2"/>
      <dgm:spPr/>
    </dgm:pt>
    <dgm:pt modelId="{1052FB7C-C740-4596-831B-4DA98958A24F}" type="pres">
      <dgm:prSet presAssocID="{8C59A394-55E7-41EE-9C47-B6D7340332E4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acher"/>
        </a:ext>
      </dgm:extLst>
    </dgm:pt>
    <dgm:pt modelId="{E903CE81-5081-44FB-9ECA-2229392D8483}" type="pres">
      <dgm:prSet presAssocID="{8C59A394-55E7-41EE-9C47-B6D7340332E4}" presName="spaceRect" presStyleCnt="0"/>
      <dgm:spPr/>
    </dgm:pt>
    <dgm:pt modelId="{B3781BBB-0250-47E2-8515-7FD835C4A8A9}" type="pres">
      <dgm:prSet presAssocID="{8C59A394-55E7-41EE-9C47-B6D7340332E4}" presName="parTx" presStyleLbl="revTx" presStyleIdx="0" presStyleCnt="2">
        <dgm:presLayoutVars>
          <dgm:chMax val="0"/>
          <dgm:chPref val="0"/>
        </dgm:presLayoutVars>
      </dgm:prSet>
      <dgm:spPr/>
    </dgm:pt>
    <dgm:pt modelId="{A7268831-8BED-470D-83EF-190550A6B24E}" type="pres">
      <dgm:prSet presAssocID="{FDCD9551-095C-4E73-8927-22E871DEBB03}" presName="sibTrans" presStyleCnt="0"/>
      <dgm:spPr/>
    </dgm:pt>
    <dgm:pt modelId="{BCA4B531-03B1-4BD8-AF4A-EF43F4ADF77F}" type="pres">
      <dgm:prSet presAssocID="{0176F8F3-A599-4CEC-AA7A-564E644233E0}" presName="compNode" presStyleCnt="0"/>
      <dgm:spPr/>
    </dgm:pt>
    <dgm:pt modelId="{2FDD1638-F9C7-4A09-B463-01BD327A262D}" type="pres">
      <dgm:prSet presAssocID="{0176F8F3-A599-4CEC-AA7A-564E644233E0}" presName="bgRect" presStyleLbl="bgShp" presStyleIdx="1" presStyleCnt="2"/>
      <dgm:spPr/>
    </dgm:pt>
    <dgm:pt modelId="{EA8F85B7-9AAC-40F5-ABF2-291A829B2B8B}" type="pres">
      <dgm:prSet presAssocID="{0176F8F3-A599-4CEC-AA7A-564E644233E0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E107076A-5DE0-4915-ABEE-658C594071E6}" type="pres">
      <dgm:prSet presAssocID="{0176F8F3-A599-4CEC-AA7A-564E644233E0}" presName="spaceRect" presStyleCnt="0"/>
      <dgm:spPr/>
    </dgm:pt>
    <dgm:pt modelId="{3A4A2EED-F36C-4879-BF1E-F6A25BD7F123}" type="pres">
      <dgm:prSet presAssocID="{0176F8F3-A599-4CEC-AA7A-564E644233E0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99B45441-A502-49A1-A9A7-85491A7DDC06}" type="presOf" srcId="{F64F9797-95F3-42BC-A9DF-7F4E5BD7B622}" destId="{61BA8876-F811-411A-B9A4-2EDD4BAC7D6C}" srcOrd="0" destOrd="0" presId="urn:microsoft.com/office/officeart/2018/2/layout/IconVerticalSolidList"/>
    <dgm:cxn modelId="{61692162-FA5F-4CA3-8CD5-957F09240323}" type="presOf" srcId="{8C59A394-55E7-41EE-9C47-B6D7340332E4}" destId="{B3781BBB-0250-47E2-8515-7FD835C4A8A9}" srcOrd="0" destOrd="0" presId="urn:microsoft.com/office/officeart/2018/2/layout/IconVerticalSolidList"/>
    <dgm:cxn modelId="{C564106B-5D96-4E34-AEB2-A7DB7A1F3BAF}" srcId="{F64F9797-95F3-42BC-A9DF-7F4E5BD7B622}" destId="{0176F8F3-A599-4CEC-AA7A-564E644233E0}" srcOrd="1" destOrd="0" parTransId="{AD3D7C75-3DB9-499D-9EBA-A4CBF136DF46}" sibTransId="{C243A32B-F65B-4D7E-9B20-BF8AF288B678}"/>
    <dgm:cxn modelId="{9A8D54B0-18BB-4B96-AFEE-AB969CBF5C16}" srcId="{F64F9797-95F3-42BC-A9DF-7F4E5BD7B622}" destId="{8C59A394-55E7-41EE-9C47-B6D7340332E4}" srcOrd="0" destOrd="0" parTransId="{0AC3A11E-4D6C-47A4-A301-B7BF0AF71B3E}" sibTransId="{FDCD9551-095C-4E73-8927-22E871DEBB03}"/>
    <dgm:cxn modelId="{A0C0B1B2-F54E-4DBA-AFBD-3F58D0847C11}" type="presOf" srcId="{0176F8F3-A599-4CEC-AA7A-564E644233E0}" destId="{3A4A2EED-F36C-4879-BF1E-F6A25BD7F123}" srcOrd="0" destOrd="0" presId="urn:microsoft.com/office/officeart/2018/2/layout/IconVerticalSolidList"/>
    <dgm:cxn modelId="{DE72C7E7-8E4B-4EF2-8E91-1FF14E6E7CCF}" type="presParOf" srcId="{61BA8876-F811-411A-B9A4-2EDD4BAC7D6C}" destId="{3C4E89B9-CC09-441D-91A6-0F402DF341AB}" srcOrd="0" destOrd="0" presId="urn:microsoft.com/office/officeart/2018/2/layout/IconVerticalSolidList"/>
    <dgm:cxn modelId="{5A549DE6-F874-42FB-AB31-D6B2DF0792E6}" type="presParOf" srcId="{3C4E89B9-CC09-441D-91A6-0F402DF341AB}" destId="{F2FFEB65-92D7-4E5E-B6E8-E217ED5412E5}" srcOrd="0" destOrd="0" presId="urn:microsoft.com/office/officeart/2018/2/layout/IconVerticalSolidList"/>
    <dgm:cxn modelId="{72890EB5-E1BD-4148-BE00-EA6867A8042A}" type="presParOf" srcId="{3C4E89B9-CC09-441D-91A6-0F402DF341AB}" destId="{1052FB7C-C740-4596-831B-4DA98958A24F}" srcOrd="1" destOrd="0" presId="urn:microsoft.com/office/officeart/2018/2/layout/IconVerticalSolidList"/>
    <dgm:cxn modelId="{83DAB756-B810-40FD-87FE-46BEBB3190FC}" type="presParOf" srcId="{3C4E89B9-CC09-441D-91A6-0F402DF341AB}" destId="{E903CE81-5081-44FB-9ECA-2229392D8483}" srcOrd="2" destOrd="0" presId="urn:microsoft.com/office/officeart/2018/2/layout/IconVerticalSolidList"/>
    <dgm:cxn modelId="{E0FB471D-6DF1-48E1-8582-30F321D34EB2}" type="presParOf" srcId="{3C4E89B9-CC09-441D-91A6-0F402DF341AB}" destId="{B3781BBB-0250-47E2-8515-7FD835C4A8A9}" srcOrd="3" destOrd="0" presId="urn:microsoft.com/office/officeart/2018/2/layout/IconVerticalSolidList"/>
    <dgm:cxn modelId="{F4716693-C70B-477D-8670-9D88B91044AC}" type="presParOf" srcId="{61BA8876-F811-411A-B9A4-2EDD4BAC7D6C}" destId="{A7268831-8BED-470D-83EF-190550A6B24E}" srcOrd="1" destOrd="0" presId="urn:microsoft.com/office/officeart/2018/2/layout/IconVerticalSolidList"/>
    <dgm:cxn modelId="{2562DF2A-DB38-4194-9DE7-40CE28FAA91B}" type="presParOf" srcId="{61BA8876-F811-411A-B9A4-2EDD4BAC7D6C}" destId="{BCA4B531-03B1-4BD8-AF4A-EF43F4ADF77F}" srcOrd="2" destOrd="0" presId="urn:microsoft.com/office/officeart/2018/2/layout/IconVerticalSolidList"/>
    <dgm:cxn modelId="{DCA428BC-FDD6-4410-9F48-F9DEDB9A4217}" type="presParOf" srcId="{BCA4B531-03B1-4BD8-AF4A-EF43F4ADF77F}" destId="{2FDD1638-F9C7-4A09-B463-01BD327A262D}" srcOrd="0" destOrd="0" presId="urn:microsoft.com/office/officeart/2018/2/layout/IconVerticalSolidList"/>
    <dgm:cxn modelId="{773833F4-3285-4CF9-8FA4-B5530516CB1B}" type="presParOf" srcId="{BCA4B531-03B1-4BD8-AF4A-EF43F4ADF77F}" destId="{EA8F85B7-9AAC-40F5-ABF2-291A829B2B8B}" srcOrd="1" destOrd="0" presId="urn:microsoft.com/office/officeart/2018/2/layout/IconVerticalSolidList"/>
    <dgm:cxn modelId="{0AB8537F-9D1B-4BD2-9ACC-B5B067E649C6}" type="presParOf" srcId="{BCA4B531-03B1-4BD8-AF4A-EF43F4ADF77F}" destId="{E107076A-5DE0-4915-ABEE-658C594071E6}" srcOrd="2" destOrd="0" presId="urn:microsoft.com/office/officeart/2018/2/layout/IconVerticalSolidList"/>
    <dgm:cxn modelId="{243A6890-3C30-4018-89E0-49DBD0D13D20}" type="presParOf" srcId="{BCA4B531-03B1-4BD8-AF4A-EF43F4ADF77F}" destId="{3A4A2EED-F36C-4879-BF1E-F6A25BD7F12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DC083FC3-8656-462A-AA67-EE4BFA0C2306}" type="doc">
      <dgm:prSet loTypeId="urn:microsoft.com/office/officeart/2016/7/layout/VerticalDownArrowProcess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A1B89D6-9E45-4FE4-9813-340C27C5C2E4}">
      <dgm:prSet/>
      <dgm:spPr/>
      <dgm:t>
        <a:bodyPr/>
        <a:lstStyle/>
        <a:p>
          <a:r>
            <a:rPr lang="en-US"/>
            <a:t>Load</a:t>
          </a:r>
        </a:p>
      </dgm:t>
    </dgm:pt>
    <dgm:pt modelId="{E35E13DB-9CDB-433C-80C7-1ED1B371870A}" type="parTrans" cxnId="{2A4EBD13-BD0C-40D4-B872-6AED1904B3FE}">
      <dgm:prSet/>
      <dgm:spPr/>
      <dgm:t>
        <a:bodyPr/>
        <a:lstStyle/>
        <a:p>
          <a:endParaRPr lang="en-US"/>
        </a:p>
      </dgm:t>
    </dgm:pt>
    <dgm:pt modelId="{7E63F9CF-1D1A-4F70-A5BB-2D7220390CBB}" type="sibTrans" cxnId="{2A4EBD13-BD0C-40D4-B872-6AED1904B3FE}">
      <dgm:prSet/>
      <dgm:spPr/>
      <dgm:t>
        <a:bodyPr/>
        <a:lstStyle/>
        <a:p>
          <a:endParaRPr lang="en-US"/>
        </a:p>
      </dgm:t>
    </dgm:pt>
    <dgm:pt modelId="{729008C9-A4BF-480B-AB65-AF61F80841BC}">
      <dgm:prSet/>
      <dgm:spPr/>
      <dgm:t>
        <a:bodyPr/>
        <a:lstStyle/>
        <a:p>
          <a:r>
            <a:rPr lang="en-US"/>
            <a:t>Load the dataset</a:t>
          </a:r>
        </a:p>
      </dgm:t>
    </dgm:pt>
    <dgm:pt modelId="{BB532718-E0C7-4C5D-869F-FBDC87391B39}" type="parTrans" cxnId="{4A8D214A-661B-4D40-A337-A7ABC8E6DEBF}">
      <dgm:prSet/>
      <dgm:spPr/>
      <dgm:t>
        <a:bodyPr/>
        <a:lstStyle/>
        <a:p>
          <a:endParaRPr lang="en-US"/>
        </a:p>
      </dgm:t>
    </dgm:pt>
    <dgm:pt modelId="{433EAA2D-E693-4D55-9B34-59F1F9510229}" type="sibTrans" cxnId="{4A8D214A-661B-4D40-A337-A7ABC8E6DEBF}">
      <dgm:prSet/>
      <dgm:spPr/>
      <dgm:t>
        <a:bodyPr/>
        <a:lstStyle/>
        <a:p>
          <a:endParaRPr lang="en-US"/>
        </a:p>
      </dgm:t>
    </dgm:pt>
    <dgm:pt modelId="{B68AF101-1719-4C4F-8F64-42D4A30E84C6}">
      <dgm:prSet/>
      <dgm:spPr/>
      <dgm:t>
        <a:bodyPr/>
        <a:lstStyle/>
        <a:p>
          <a:r>
            <a:rPr lang="en-US"/>
            <a:t>Check</a:t>
          </a:r>
        </a:p>
      </dgm:t>
    </dgm:pt>
    <dgm:pt modelId="{BB771155-424A-427A-9046-C9AE6559ED80}" type="parTrans" cxnId="{50A95FD2-1013-41E9-8028-C704DAB11783}">
      <dgm:prSet/>
      <dgm:spPr/>
      <dgm:t>
        <a:bodyPr/>
        <a:lstStyle/>
        <a:p>
          <a:endParaRPr lang="en-US"/>
        </a:p>
      </dgm:t>
    </dgm:pt>
    <dgm:pt modelId="{09B787C2-A5CE-4E67-9D11-78BBE2141974}" type="sibTrans" cxnId="{50A95FD2-1013-41E9-8028-C704DAB11783}">
      <dgm:prSet/>
      <dgm:spPr/>
      <dgm:t>
        <a:bodyPr/>
        <a:lstStyle/>
        <a:p>
          <a:endParaRPr lang="en-US"/>
        </a:p>
      </dgm:t>
    </dgm:pt>
    <dgm:pt modelId="{2C8AD554-0978-4A41-989B-E9122A0C2B60}">
      <dgm:prSet/>
      <dgm:spPr/>
      <dgm:t>
        <a:bodyPr/>
        <a:lstStyle/>
        <a:p>
          <a:r>
            <a:rPr lang="en-US"/>
            <a:t>Check stationarity using ADF</a:t>
          </a:r>
        </a:p>
      </dgm:t>
    </dgm:pt>
    <dgm:pt modelId="{E78DC338-443E-4FC1-A677-3270C11C8DE5}" type="parTrans" cxnId="{9FDEF96A-115B-4C6E-9BAE-BC1EEA36212E}">
      <dgm:prSet/>
      <dgm:spPr/>
      <dgm:t>
        <a:bodyPr/>
        <a:lstStyle/>
        <a:p>
          <a:endParaRPr lang="en-US"/>
        </a:p>
      </dgm:t>
    </dgm:pt>
    <dgm:pt modelId="{0EC502C9-2A00-4B2C-8646-22C5B3CF3FD1}" type="sibTrans" cxnId="{9FDEF96A-115B-4C6E-9BAE-BC1EEA36212E}">
      <dgm:prSet/>
      <dgm:spPr/>
      <dgm:t>
        <a:bodyPr/>
        <a:lstStyle/>
        <a:p>
          <a:endParaRPr lang="en-US"/>
        </a:p>
      </dgm:t>
    </dgm:pt>
    <dgm:pt modelId="{6C47EDDD-AE82-4597-87C8-931E7143FE8B}">
      <dgm:prSet/>
      <dgm:spPr/>
      <dgm:t>
        <a:bodyPr/>
        <a:lstStyle/>
        <a:p>
          <a:r>
            <a:rPr lang="en-US"/>
            <a:t>Plot</a:t>
          </a:r>
        </a:p>
      </dgm:t>
    </dgm:pt>
    <dgm:pt modelId="{4698DC70-D31D-4E35-AA4B-595045852604}" type="parTrans" cxnId="{CA542903-3A52-4554-8C1B-46C608262495}">
      <dgm:prSet/>
      <dgm:spPr/>
      <dgm:t>
        <a:bodyPr/>
        <a:lstStyle/>
        <a:p>
          <a:endParaRPr lang="en-US"/>
        </a:p>
      </dgm:t>
    </dgm:pt>
    <dgm:pt modelId="{501D6313-585E-4C3C-A74F-AD4C64ACA304}" type="sibTrans" cxnId="{CA542903-3A52-4554-8C1B-46C608262495}">
      <dgm:prSet/>
      <dgm:spPr/>
      <dgm:t>
        <a:bodyPr/>
        <a:lstStyle/>
        <a:p>
          <a:endParaRPr lang="en-US"/>
        </a:p>
      </dgm:t>
    </dgm:pt>
    <dgm:pt modelId="{50407FAF-AD1A-4C09-9FFA-037AB4329C4C}">
      <dgm:prSet/>
      <dgm:spPr/>
      <dgm:t>
        <a:bodyPr/>
        <a:lstStyle/>
        <a:p>
          <a:r>
            <a:rPr lang="en-US"/>
            <a:t>Plot ACF and PACF</a:t>
          </a:r>
        </a:p>
      </dgm:t>
    </dgm:pt>
    <dgm:pt modelId="{B68B6810-E316-4B7A-8033-C2AF7FCE45FA}" type="parTrans" cxnId="{765AB39A-6249-4AB0-A52B-C64C5A0AF17F}">
      <dgm:prSet/>
      <dgm:spPr/>
      <dgm:t>
        <a:bodyPr/>
        <a:lstStyle/>
        <a:p>
          <a:endParaRPr lang="en-US"/>
        </a:p>
      </dgm:t>
    </dgm:pt>
    <dgm:pt modelId="{684DBC65-36E6-4487-80F8-6F816D90F5F2}" type="sibTrans" cxnId="{765AB39A-6249-4AB0-A52B-C64C5A0AF17F}">
      <dgm:prSet/>
      <dgm:spPr/>
      <dgm:t>
        <a:bodyPr/>
        <a:lstStyle/>
        <a:p>
          <a:endParaRPr lang="en-US"/>
        </a:p>
      </dgm:t>
    </dgm:pt>
    <dgm:pt modelId="{BE649009-CC1A-458A-A8E3-484428905455}">
      <dgm:prSet/>
      <dgm:spPr/>
      <dgm:t>
        <a:bodyPr/>
        <a:lstStyle/>
        <a:p>
          <a:r>
            <a:rPr lang="en-US"/>
            <a:t>Fit</a:t>
          </a:r>
        </a:p>
      </dgm:t>
    </dgm:pt>
    <dgm:pt modelId="{D77F7110-69E0-4B63-8E87-C8797938CCBC}" type="parTrans" cxnId="{7F43E2BB-23C7-4F11-88DC-B6955AD48198}">
      <dgm:prSet/>
      <dgm:spPr/>
      <dgm:t>
        <a:bodyPr/>
        <a:lstStyle/>
        <a:p>
          <a:endParaRPr lang="en-US"/>
        </a:p>
      </dgm:t>
    </dgm:pt>
    <dgm:pt modelId="{C7366451-6785-4160-88D4-3AAE16450163}" type="sibTrans" cxnId="{7F43E2BB-23C7-4F11-88DC-B6955AD48198}">
      <dgm:prSet/>
      <dgm:spPr/>
      <dgm:t>
        <a:bodyPr/>
        <a:lstStyle/>
        <a:p>
          <a:endParaRPr lang="en-US"/>
        </a:p>
      </dgm:t>
    </dgm:pt>
    <dgm:pt modelId="{6123FDFE-E973-414F-B58A-D62B97AC472D}">
      <dgm:prSet/>
      <dgm:spPr/>
      <dgm:t>
        <a:bodyPr/>
        <a:lstStyle/>
        <a:p>
          <a:r>
            <a:rPr lang="en-US"/>
            <a:t>Fit ARIMA(1,1,1)</a:t>
          </a:r>
        </a:p>
      </dgm:t>
    </dgm:pt>
    <dgm:pt modelId="{4D37BA11-CC6B-4540-AFC3-27BDC28E1C88}" type="parTrans" cxnId="{005D1002-D162-4B35-9235-BD480959308E}">
      <dgm:prSet/>
      <dgm:spPr/>
      <dgm:t>
        <a:bodyPr/>
        <a:lstStyle/>
        <a:p>
          <a:endParaRPr lang="en-US"/>
        </a:p>
      </dgm:t>
    </dgm:pt>
    <dgm:pt modelId="{313B380D-2E40-4425-BCC1-6778B8AF4788}" type="sibTrans" cxnId="{005D1002-D162-4B35-9235-BD480959308E}">
      <dgm:prSet/>
      <dgm:spPr/>
      <dgm:t>
        <a:bodyPr/>
        <a:lstStyle/>
        <a:p>
          <a:endParaRPr lang="en-US"/>
        </a:p>
      </dgm:t>
    </dgm:pt>
    <dgm:pt modelId="{C21E34DB-7174-458A-AD48-ECA2C625F953}">
      <dgm:prSet/>
      <dgm:spPr/>
      <dgm:t>
        <a:bodyPr/>
        <a:lstStyle/>
        <a:p>
          <a:r>
            <a:rPr lang="en-US"/>
            <a:t>Forecast</a:t>
          </a:r>
        </a:p>
      </dgm:t>
    </dgm:pt>
    <dgm:pt modelId="{BEC2D066-1201-4E08-8631-1D68BCD6B31A}" type="parTrans" cxnId="{9F7FB0AF-2FC4-4AE9-91EF-D61CEDDE04A6}">
      <dgm:prSet/>
      <dgm:spPr/>
      <dgm:t>
        <a:bodyPr/>
        <a:lstStyle/>
        <a:p>
          <a:endParaRPr lang="en-US"/>
        </a:p>
      </dgm:t>
    </dgm:pt>
    <dgm:pt modelId="{CBD4647A-DEC8-4185-9992-EF716C1B68DB}" type="sibTrans" cxnId="{9F7FB0AF-2FC4-4AE9-91EF-D61CEDDE04A6}">
      <dgm:prSet/>
      <dgm:spPr/>
      <dgm:t>
        <a:bodyPr/>
        <a:lstStyle/>
        <a:p>
          <a:endParaRPr lang="en-US"/>
        </a:p>
      </dgm:t>
    </dgm:pt>
    <dgm:pt modelId="{8984D0CB-EDA2-4360-9AA7-BD7FE0285061}">
      <dgm:prSet/>
      <dgm:spPr/>
      <dgm:t>
        <a:bodyPr/>
        <a:lstStyle/>
        <a:p>
          <a:r>
            <a:rPr lang="en-US"/>
            <a:t>Forecast next 30 days</a:t>
          </a:r>
        </a:p>
      </dgm:t>
    </dgm:pt>
    <dgm:pt modelId="{83E3A1FB-F214-4F5E-9693-A74B2FEDCAE1}" type="parTrans" cxnId="{DB6095DD-F03B-469C-A181-DE4514B17696}">
      <dgm:prSet/>
      <dgm:spPr/>
      <dgm:t>
        <a:bodyPr/>
        <a:lstStyle/>
        <a:p>
          <a:endParaRPr lang="en-US"/>
        </a:p>
      </dgm:t>
    </dgm:pt>
    <dgm:pt modelId="{A034A97A-CFBF-4137-BA7F-0BC8E46DB343}" type="sibTrans" cxnId="{DB6095DD-F03B-469C-A181-DE4514B17696}">
      <dgm:prSet/>
      <dgm:spPr/>
      <dgm:t>
        <a:bodyPr/>
        <a:lstStyle/>
        <a:p>
          <a:endParaRPr lang="en-US"/>
        </a:p>
      </dgm:t>
    </dgm:pt>
    <dgm:pt modelId="{7F96E170-DD21-4C08-9BE0-128CAD1B3709}" type="pres">
      <dgm:prSet presAssocID="{DC083FC3-8656-462A-AA67-EE4BFA0C2306}" presName="Name0" presStyleCnt="0">
        <dgm:presLayoutVars>
          <dgm:dir/>
          <dgm:animLvl val="lvl"/>
          <dgm:resizeHandles val="exact"/>
        </dgm:presLayoutVars>
      </dgm:prSet>
      <dgm:spPr/>
    </dgm:pt>
    <dgm:pt modelId="{E50DD1EB-F000-42C0-996C-0AB4BB03563F}" type="pres">
      <dgm:prSet presAssocID="{C21E34DB-7174-458A-AD48-ECA2C625F953}" presName="boxAndChildren" presStyleCnt="0"/>
      <dgm:spPr/>
    </dgm:pt>
    <dgm:pt modelId="{04338B4F-4912-438B-B066-AE0F21E0D142}" type="pres">
      <dgm:prSet presAssocID="{C21E34DB-7174-458A-AD48-ECA2C625F953}" presName="parentTextBox" presStyleLbl="alignNode1" presStyleIdx="0" presStyleCnt="5"/>
      <dgm:spPr/>
    </dgm:pt>
    <dgm:pt modelId="{55C61BCB-039D-4165-ACEC-5CC65076E795}" type="pres">
      <dgm:prSet presAssocID="{C21E34DB-7174-458A-AD48-ECA2C625F953}" presName="descendantBox" presStyleLbl="bgAccFollowNode1" presStyleIdx="0" presStyleCnt="5"/>
      <dgm:spPr/>
    </dgm:pt>
    <dgm:pt modelId="{0788ED0E-E0AE-4B21-ACDB-3C6FD0112A1D}" type="pres">
      <dgm:prSet presAssocID="{C7366451-6785-4160-88D4-3AAE16450163}" presName="sp" presStyleCnt="0"/>
      <dgm:spPr/>
    </dgm:pt>
    <dgm:pt modelId="{A5D28B93-97EA-490A-83AD-F12F43279316}" type="pres">
      <dgm:prSet presAssocID="{BE649009-CC1A-458A-A8E3-484428905455}" presName="arrowAndChildren" presStyleCnt="0"/>
      <dgm:spPr/>
    </dgm:pt>
    <dgm:pt modelId="{8B210FDF-A4A8-4240-B2FF-2E0FF9A4C4AA}" type="pres">
      <dgm:prSet presAssocID="{BE649009-CC1A-458A-A8E3-484428905455}" presName="parentTextArrow" presStyleLbl="node1" presStyleIdx="0" presStyleCnt="0"/>
      <dgm:spPr/>
    </dgm:pt>
    <dgm:pt modelId="{0F3ED1CB-D8D4-48EC-81C2-B9FCB4AF2DEA}" type="pres">
      <dgm:prSet presAssocID="{BE649009-CC1A-458A-A8E3-484428905455}" presName="arrow" presStyleLbl="alignNode1" presStyleIdx="1" presStyleCnt="5"/>
      <dgm:spPr/>
    </dgm:pt>
    <dgm:pt modelId="{7424CFBB-E76F-43C5-BFAD-7A42A8408968}" type="pres">
      <dgm:prSet presAssocID="{BE649009-CC1A-458A-A8E3-484428905455}" presName="descendantArrow" presStyleLbl="bgAccFollowNode1" presStyleIdx="1" presStyleCnt="5"/>
      <dgm:spPr/>
    </dgm:pt>
    <dgm:pt modelId="{086FBA12-3374-4FAD-9550-9305527FD2FB}" type="pres">
      <dgm:prSet presAssocID="{501D6313-585E-4C3C-A74F-AD4C64ACA304}" presName="sp" presStyleCnt="0"/>
      <dgm:spPr/>
    </dgm:pt>
    <dgm:pt modelId="{27F340EB-CA52-43C6-9E7D-FBC5A90BDF86}" type="pres">
      <dgm:prSet presAssocID="{6C47EDDD-AE82-4597-87C8-931E7143FE8B}" presName="arrowAndChildren" presStyleCnt="0"/>
      <dgm:spPr/>
    </dgm:pt>
    <dgm:pt modelId="{0CC7A324-A786-437E-88FD-186A6D2468F0}" type="pres">
      <dgm:prSet presAssocID="{6C47EDDD-AE82-4597-87C8-931E7143FE8B}" presName="parentTextArrow" presStyleLbl="node1" presStyleIdx="0" presStyleCnt="0"/>
      <dgm:spPr/>
    </dgm:pt>
    <dgm:pt modelId="{CF980DC9-16FE-435C-AF07-D46D4D686A6B}" type="pres">
      <dgm:prSet presAssocID="{6C47EDDD-AE82-4597-87C8-931E7143FE8B}" presName="arrow" presStyleLbl="alignNode1" presStyleIdx="2" presStyleCnt="5"/>
      <dgm:spPr/>
    </dgm:pt>
    <dgm:pt modelId="{79F3AD6B-8F9A-40D8-A696-B2EEBAFB4082}" type="pres">
      <dgm:prSet presAssocID="{6C47EDDD-AE82-4597-87C8-931E7143FE8B}" presName="descendantArrow" presStyleLbl="bgAccFollowNode1" presStyleIdx="2" presStyleCnt="5"/>
      <dgm:spPr/>
    </dgm:pt>
    <dgm:pt modelId="{D48196F8-AE42-4CB3-B6F0-7C7B8844ED69}" type="pres">
      <dgm:prSet presAssocID="{09B787C2-A5CE-4E67-9D11-78BBE2141974}" presName="sp" presStyleCnt="0"/>
      <dgm:spPr/>
    </dgm:pt>
    <dgm:pt modelId="{D73B0521-BC4C-4153-87CB-B4AD084673A4}" type="pres">
      <dgm:prSet presAssocID="{B68AF101-1719-4C4F-8F64-42D4A30E84C6}" presName="arrowAndChildren" presStyleCnt="0"/>
      <dgm:spPr/>
    </dgm:pt>
    <dgm:pt modelId="{FF75E17A-9852-426D-9600-E3C38FBC069B}" type="pres">
      <dgm:prSet presAssocID="{B68AF101-1719-4C4F-8F64-42D4A30E84C6}" presName="parentTextArrow" presStyleLbl="node1" presStyleIdx="0" presStyleCnt="0"/>
      <dgm:spPr/>
    </dgm:pt>
    <dgm:pt modelId="{856CBBAA-1571-4D5A-80AA-5A346411824B}" type="pres">
      <dgm:prSet presAssocID="{B68AF101-1719-4C4F-8F64-42D4A30E84C6}" presName="arrow" presStyleLbl="alignNode1" presStyleIdx="3" presStyleCnt="5"/>
      <dgm:spPr/>
    </dgm:pt>
    <dgm:pt modelId="{0D5A15D1-B3CF-4CCD-AB28-32C5B7D4A176}" type="pres">
      <dgm:prSet presAssocID="{B68AF101-1719-4C4F-8F64-42D4A30E84C6}" presName="descendantArrow" presStyleLbl="bgAccFollowNode1" presStyleIdx="3" presStyleCnt="5"/>
      <dgm:spPr/>
    </dgm:pt>
    <dgm:pt modelId="{4686F3B1-382D-46DA-92FA-4D862572BA6D}" type="pres">
      <dgm:prSet presAssocID="{7E63F9CF-1D1A-4F70-A5BB-2D7220390CBB}" presName="sp" presStyleCnt="0"/>
      <dgm:spPr/>
    </dgm:pt>
    <dgm:pt modelId="{4BA01249-D849-424A-B7EF-1A7E1F3DEE9E}" type="pres">
      <dgm:prSet presAssocID="{FA1B89D6-9E45-4FE4-9813-340C27C5C2E4}" presName="arrowAndChildren" presStyleCnt="0"/>
      <dgm:spPr/>
    </dgm:pt>
    <dgm:pt modelId="{90FCD1A6-95B8-41B7-8E67-4E37A3967AC3}" type="pres">
      <dgm:prSet presAssocID="{FA1B89D6-9E45-4FE4-9813-340C27C5C2E4}" presName="parentTextArrow" presStyleLbl="node1" presStyleIdx="0" presStyleCnt="0"/>
      <dgm:spPr/>
    </dgm:pt>
    <dgm:pt modelId="{9F9AFF1D-A3F2-46EA-BA53-C00A3DB1F1E5}" type="pres">
      <dgm:prSet presAssocID="{FA1B89D6-9E45-4FE4-9813-340C27C5C2E4}" presName="arrow" presStyleLbl="alignNode1" presStyleIdx="4" presStyleCnt="5"/>
      <dgm:spPr/>
    </dgm:pt>
    <dgm:pt modelId="{DC8C4FC8-F48C-4976-990B-627F623DE894}" type="pres">
      <dgm:prSet presAssocID="{FA1B89D6-9E45-4FE4-9813-340C27C5C2E4}" presName="descendantArrow" presStyleLbl="bgAccFollowNode1" presStyleIdx="4" presStyleCnt="5"/>
      <dgm:spPr/>
    </dgm:pt>
  </dgm:ptLst>
  <dgm:cxnLst>
    <dgm:cxn modelId="{005D1002-D162-4B35-9235-BD480959308E}" srcId="{BE649009-CC1A-458A-A8E3-484428905455}" destId="{6123FDFE-E973-414F-B58A-D62B97AC472D}" srcOrd="0" destOrd="0" parTransId="{4D37BA11-CC6B-4540-AFC3-27BDC28E1C88}" sibTransId="{313B380D-2E40-4425-BCC1-6778B8AF4788}"/>
    <dgm:cxn modelId="{CA542903-3A52-4554-8C1B-46C608262495}" srcId="{DC083FC3-8656-462A-AA67-EE4BFA0C2306}" destId="{6C47EDDD-AE82-4597-87C8-931E7143FE8B}" srcOrd="2" destOrd="0" parTransId="{4698DC70-D31D-4E35-AA4B-595045852604}" sibTransId="{501D6313-585E-4C3C-A74F-AD4C64ACA304}"/>
    <dgm:cxn modelId="{8C08C005-973C-4862-9CDB-9E85807FA6B9}" type="presOf" srcId="{6123FDFE-E973-414F-B58A-D62B97AC472D}" destId="{7424CFBB-E76F-43C5-BFAD-7A42A8408968}" srcOrd="0" destOrd="0" presId="urn:microsoft.com/office/officeart/2016/7/layout/VerticalDownArrowProcess"/>
    <dgm:cxn modelId="{0A946D12-BF82-4D22-BAD0-AB588B12C74E}" type="presOf" srcId="{FA1B89D6-9E45-4FE4-9813-340C27C5C2E4}" destId="{90FCD1A6-95B8-41B7-8E67-4E37A3967AC3}" srcOrd="0" destOrd="0" presId="urn:microsoft.com/office/officeart/2016/7/layout/VerticalDownArrowProcess"/>
    <dgm:cxn modelId="{2A4EBD13-BD0C-40D4-B872-6AED1904B3FE}" srcId="{DC083FC3-8656-462A-AA67-EE4BFA0C2306}" destId="{FA1B89D6-9E45-4FE4-9813-340C27C5C2E4}" srcOrd="0" destOrd="0" parTransId="{E35E13DB-9CDB-433C-80C7-1ED1B371870A}" sibTransId="{7E63F9CF-1D1A-4F70-A5BB-2D7220390CBB}"/>
    <dgm:cxn modelId="{E6BF531B-22EF-494A-BAD4-192A2A8951A4}" type="presOf" srcId="{50407FAF-AD1A-4C09-9FFA-037AB4329C4C}" destId="{79F3AD6B-8F9A-40D8-A696-B2EEBAFB4082}" srcOrd="0" destOrd="0" presId="urn:microsoft.com/office/officeart/2016/7/layout/VerticalDownArrowProcess"/>
    <dgm:cxn modelId="{5F5F9260-5160-4024-8B33-83F8B6F82960}" type="presOf" srcId="{8984D0CB-EDA2-4360-9AA7-BD7FE0285061}" destId="{55C61BCB-039D-4165-ACEC-5CC65076E795}" srcOrd="0" destOrd="0" presId="urn:microsoft.com/office/officeart/2016/7/layout/VerticalDownArrowProcess"/>
    <dgm:cxn modelId="{49FC7369-8A81-46E9-BA98-2FBBBEEC933E}" type="presOf" srcId="{C21E34DB-7174-458A-AD48-ECA2C625F953}" destId="{04338B4F-4912-438B-B066-AE0F21E0D142}" srcOrd="0" destOrd="0" presId="urn:microsoft.com/office/officeart/2016/7/layout/VerticalDownArrowProcess"/>
    <dgm:cxn modelId="{4A8D214A-661B-4D40-A337-A7ABC8E6DEBF}" srcId="{FA1B89D6-9E45-4FE4-9813-340C27C5C2E4}" destId="{729008C9-A4BF-480B-AB65-AF61F80841BC}" srcOrd="0" destOrd="0" parTransId="{BB532718-E0C7-4C5D-869F-FBDC87391B39}" sibTransId="{433EAA2D-E693-4D55-9B34-59F1F9510229}"/>
    <dgm:cxn modelId="{9FDEF96A-115B-4C6E-9BAE-BC1EEA36212E}" srcId="{B68AF101-1719-4C4F-8F64-42D4A30E84C6}" destId="{2C8AD554-0978-4A41-989B-E9122A0C2B60}" srcOrd="0" destOrd="0" parTransId="{E78DC338-443E-4FC1-A677-3270C11C8DE5}" sibTransId="{0EC502C9-2A00-4B2C-8646-22C5B3CF3FD1}"/>
    <dgm:cxn modelId="{DC2F186C-5C5E-4B24-854C-79D11E4A77BE}" type="presOf" srcId="{729008C9-A4BF-480B-AB65-AF61F80841BC}" destId="{DC8C4FC8-F48C-4976-990B-627F623DE894}" srcOrd="0" destOrd="0" presId="urn:microsoft.com/office/officeart/2016/7/layout/VerticalDownArrowProcess"/>
    <dgm:cxn modelId="{B12C6F6E-CD7A-4AD7-95C3-8259962411E1}" type="presOf" srcId="{6C47EDDD-AE82-4597-87C8-931E7143FE8B}" destId="{CF980DC9-16FE-435C-AF07-D46D4D686A6B}" srcOrd="1" destOrd="0" presId="urn:microsoft.com/office/officeart/2016/7/layout/VerticalDownArrowProcess"/>
    <dgm:cxn modelId="{D3F9A980-25F8-4D9D-AF71-01FA1FBF956B}" type="presOf" srcId="{DC083FC3-8656-462A-AA67-EE4BFA0C2306}" destId="{7F96E170-DD21-4C08-9BE0-128CAD1B3709}" srcOrd="0" destOrd="0" presId="urn:microsoft.com/office/officeart/2016/7/layout/VerticalDownArrowProcess"/>
    <dgm:cxn modelId="{96814C81-9E83-4617-916B-AEB46A01FE38}" type="presOf" srcId="{BE649009-CC1A-458A-A8E3-484428905455}" destId="{8B210FDF-A4A8-4240-B2FF-2E0FF9A4C4AA}" srcOrd="0" destOrd="0" presId="urn:microsoft.com/office/officeart/2016/7/layout/VerticalDownArrowProcess"/>
    <dgm:cxn modelId="{ABB27D96-401C-4E14-9A67-D74AA50E80F6}" type="presOf" srcId="{6C47EDDD-AE82-4597-87C8-931E7143FE8B}" destId="{0CC7A324-A786-437E-88FD-186A6D2468F0}" srcOrd="0" destOrd="0" presId="urn:microsoft.com/office/officeart/2016/7/layout/VerticalDownArrowProcess"/>
    <dgm:cxn modelId="{765AB39A-6249-4AB0-A52B-C64C5A0AF17F}" srcId="{6C47EDDD-AE82-4597-87C8-931E7143FE8B}" destId="{50407FAF-AD1A-4C09-9FFA-037AB4329C4C}" srcOrd="0" destOrd="0" parTransId="{B68B6810-E316-4B7A-8033-C2AF7FCE45FA}" sibTransId="{684DBC65-36E6-4487-80F8-6F816D90F5F2}"/>
    <dgm:cxn modelId="{9F7FB0AF-2FC4-4AE9-91EF-D61CEDDE04A6}" srcId="{DC083FC3-8656-462A-AA67-EE4BFA0C2306}" destId="{C21E34DB-7174-458A-AD48-ECA2C625F953}" srcOrd="4" destOrd="0" parTransId="{BEC2D066-1201-4E08-8631-1D68BCD6B31A}" sibTransId="{CBD4647A-DEC8-4185-9992-EF716C1B68DB}"/>
    <dgm:cxn modelId="{2CA833B3-9FB7-43DD-A25D-76EA33222751}" type="presOf" srcId="{2C8AD554-0978-4A41-989B-E9122A0C2B60}" destId="{0D5A15D1-B3CF-4CCD-AB28-32C5B7D4A176}" srcOrd="0" destOrd="0" presId="urn:microsoft.com/office/officeart/2016/7/layout/VerticalDownArrowProcess"/>
    <dgm:cxn modelId="{7F43E2BB-23C7-4F11-88DC-B6955AD48198}" srcId="{DC083FC3-8656-462A-AA67-EE4BFA0C2306}" destId="{BE649009-CC1A-458A-A8E3-484428905455}" srcOrd="3" destOrd="0" parTransId="{D77F7110-69E0-4B63-8E87-C8797938CCBC}" sibTransId="{C7366451-6785-4160-88D4-3AAE16450163}"/>
    <dgm:cxn modelId="{C2616FD1-AB6C-4145-8CFC-36F1EADFC43C}" type="presOf" srcId="{FA1B89D6-9E45-4FE4-9813-340C27C5C2E4}" destId="{9F9AFF1D-A3F2-46EA-BA53-C00A3DB1F1E5}" srcOrd="1" destOrd="0" presId="urn:microsoft.com/office/officeart/2016/7/layout/VerticalDownArrowProcess"/>
    <dgm:cxn modelId="{50A95FD2-1013-41E9-8028-C704DAB11783}" srcId="{DC083FC3-8656-462A-AA67-EE4BFA0C2306}" destId="{B68AF101-1719-4C4F-8F64-42D4A30E84C6}" srcOrd="1" destOrd="0" parTransId="{BB771155-424A-427A-9046-C9AE6559ED80}" sibTransId="{09B787C2-A5CE-4E67-9D11-78BBE2141974}"/>
    <dgm:cxn modelId="{1DBF34DB-B9B2-4A1B-9F4E-ED18EADB20CA}" type="presOf" srcId="{B68AF101-1719-4C4F-8F64-42D4A30E84C6}" destId="{FF75E17A-9852-426D-9600-E3C38FBC069B}" srcOrd="0" destOrd="0" presId="urn:microsoft.com/office/officeart/2016/7/layout/VerticalDownArrowProcess"/>
    <dgm:cxn modelId="{DB6095DD-F03B-469C-A181-DE4514B17696}" srcId="{C21E34DB-7174-458A-AD48-ECA2C625F953}" destId="{8984D0CB-EDA2-4360-9AA7-BD7FE0285061}" srcOrd="0" destOrd="0" parTransId="{83E3A1FB-F214-4F5E-9693-A74B2FEDCAE1}" sibTransId="{A034A97A-CFBF-4137-BA7F-0BC8E46DB343}"/>
    <dgm:cxn modelId="{C810DEE9-B5C7-48C9-B022-31C844F131B7}" type="presOf" srcId="{B68AF101-1719-4C4F-8F64-42D4A30E84C6}" destId="{856CBBAA-1571-4D5A-80AA-5A346411824B}" srcOrd="1" destOrd="0" presId="urn:microsoft.com/office/officeart/2016/7/layout/VerticalDownArrowProcess"/>
    <dgm:cxn modelId="{3AA623EE-9BFF-4690-826F-EB2FEBA283C5}" type="presOf" srcId="{BE649009-CC1A-458A-A8E3-484428905455}" destId="{0F3ED1CB-D8D4-48EC-81C2-B9FCB4AF2DEA}" srcOrd="1" destOrd="0" presId="urn:microsoft.com/office/officeart/2016/7/layout/VerticalDownArrowProcess"/>
    <dgm:cxn modelId="{5CD57E87-8538-4850-82F3-232C14EA5426}" type="presParOf" srcId="{7F96E170-DD21-4C08-9BE0-128CAD1B3709}" destId="{E50DD1EB-F000-42C0-996C-0AB4BB03563F}" srcOrd="0" destOrd="0" presId="urn:microsoft.com/office/officeart/2016/7/layout/VerticalDownArrowProcess"/>
    <dgm:cxn modelId="{5B3ECFC0-32D0-45FA-B03F-17E70FEBE6BD}" type="presParOf" srcId="{E50DD1EB-F000-42C0-996C-0AB4BB03563F}" destId="{04338B4F-4912-438B-B066-AE0F21E0D142}" srcOrd="0" destOrd="0" presId="urn:microsoft.com/office/officeart/2016/7/layout/VerticalDownArrowProcess"/>
    <dgm:cxn modelId="{7F3625D0-7472-4B34-9910-5A3BD917AE43}" type="presParOf" srcId="{E50DD1EB-F000-42C0-996C-0AB4BB03563F}" destId="{55C61BCB-039D-4165-ACEC-5CC65076E795}" srcOrd="1" destOrd="0" presId="urn:microsoft.com/office/officeart/2016/7/layout/VerticalDownArrowProcess"/>
    <dgm:cxn modelId="{7A4B864D-B552-4F67-8AFE-23F812069590}" type="presParOf" srcId="{7F96E170-DD21-4C08-9BE0-128CAD1B3709}" destId="{0788ED0E-E0AE-4B21-ACDB-3C6FD0112A1D}" srcOrd="1" destOrd="0" presId="urn:microsoft.com/office/officeart/2016/7/layout/VerticalDownArrowProcess"/>
    <dgm:cxn modelId="{A732015E-15CC-4A0E-ABF5-52A86F348C12}" type="presParOf" srcId="{7F96E170-DD21-4C08-9BE0-128CAD1B3709}" destId="{A5D28B93-97EA-490A-83AD-F12F43279316}" srcOrd="2" destOrd="0" presId="urn:microsoft.com/office/officeart/2016/7/layout/VerticalDownArrowProcess"/>
    <dgm:cxn modelId="{45102B60-606A-47E7-B54A-CE856779B514}" type="presParOf" srcId="{A5D28B93-97EA-490A-83AD-F12F43279316}" destId="{8B210FDF-A4A8-4240-B2FF-2E0FF9A4C4AA}" srcOrd="0" destOrd="0" presId="urn:microsoft.com/office/officeart/2016/7/layout/VerticalDownArrowProcess"/>
    <dgm:cxn modelId="{79C2AAEA-DB5B-44DE-A2C7-8A850EC36F6E}" type="presParOf" srcId="{A5D28B93-97EA-490A-83AD-F12F43279316}" destId="{0F3ED1CB-D8D4-48EC-81C2-B9FCB4AF2DEA}" srcOrd="1" destOrd="0" presId="urn:microsoft.com/office/officeart/2016/7/layout/VerticalDownArrowProcess"/>
    <dgm:cxn modelId="{208D07BA-CCCF-4583-B36A-5C2F9D809899}" type="presParOf" srcId="{A5D28B93-97EA-490A-83AD-F12F43279316}" destId="{7424CFBB-E76F-43C5-BFAD-7A42A8408968}" srcOrd="2" destOrd="0" presId="urn:microsoft.com/office/officeart/2016/7/layout/VerticalDownArrowProcess"/>
    <dgm:cxn modelId="{698CB4FC-696E-4326-A412-F55BD581CFE6}" type="presParOf" srcId="{7F96E170-DD21-4C08-9BE0-128CAD1B3709}" destId="{086FBA12-3374-4FAD-9550-9305527FD2FB}" srcOrd="3" destOrd="0" presId="urn:microsoft.com/office/officeart/2016/7/layout/VerticalDownArrowProcess"/>
    <dgm:cxn modelId="{4686B814-9147-44EA-BFFF-9AADA94D5654}" type="presParOf" srcId="{7F96E170-DD21-4C08-9BE0-128CAD1B3709}" destId="{27F340EB-CA52-43C6-9E7D-FBC5A90BDF86}" srcOrd="4" destOrd="0" presId="urn:microsoft.com/office/officeart/2016/7/layout/VerticalDownArrowProcess"/>
    <dgm:cxn modelId="{B388C39F-8901-4473-A860-94FA91F2D1FC}" type="presParOf" srcId="{27F340EB-CA52-43C6-9E7D-FBC5A90BDF86}" destId="{0CC7A324-A786-437E-88FD-186A6D2468F0}" srcOrd="0" destOrd="0" presId="urn:microsoft.com/office/officeart/2016/7/layout/VerticalDownArrowProcess"/>
    <dgm:cxn modelId="{CC21D3C8-20A3-4CB1-B804-5D5AF7A6BD7E}" type="presParOf" srcId="{27F340EB-CA52-43C6-9E7D-FBC5A90BDF86}" destId="{CF980DC9-16FE-435C-AF07-D46D4D686A6B}" srcOrd="1" destOrd="0" presId="urn:microsoft.com/office/officeart/2016/7/layout/VerticalDownArrowProcess"/>
    <dgm:cxn modelId="{8C83F32F-6613-425B-B954-4EC30A84F16C}" type="presParOf" srcId="{27F340EB-CA52-43C6-9E7D-FBC5A90BDF86}" destId="{79F3AD6B-8F9A-40D8-A696-B2EEBAFB4082}" srcOrd="2" destOrd="0" presId="urn:microsoft.com/office/officeart/2016/7/layout/VerticalDownArrowProcess"/>
    <dgm:cxn modelId="{AD40DEAC-E06D-48C3-BC98-A04E25B1A872}" type="presParOf" srcId="{7F96E170-DD21-4C08-9BE0-128CAD1B3709}" destId="{D48196F8-AE42-4CB3-B6F0-7C7B8844ED69}" srcOrd="5" destOrd="0" presId="urn:microsoft.com/office/officeart/2016/7/layout/VerticalDownArrowProcess"/>
    <dgm:cxn modelId="{727B026B-E4FC-41FC-B3D4-4857781B1C2D}" type="presParOf" srcId="{7F96E170-DD21-4C08-9BE0-128CAD1B3709}" destId="{D73B0521-BC4C-4153-87CB-B4AD084673A4}" srcOrd="6" destOrd="0" presId="urn:microsoft.com/office/officeart/2016/7/layout/VerticalDownArrowProcess"/>
    <dgm:cxn modelId="{0906D50C-B98A-4F77-B136-D36F3A59BC5E}" type="presParOf" srcId="{D73B0521-BC4C-4153-87CB-B4AD084673A4}" destId="{FF75E17A-9852-426D-9600-E3C38FBC069B}" srcOrd="0" destOrd="0" presId="urn:microsoft.com/office/officeart/2016/7/layout/VerticalDownArrowProcess"/>
    <dgm:cxn modelId="{494FF39E-AC83-490B-A2BA-964F03082AC4}" type="presParOf" srcId="{D73B0521-BC4C-4153-87CB-B4AD084673A4}" destId="{856CBBAA-1571-4D5A-80AA-5A346411824B}" srcOrd="1" destOrd="0" presId="urn:microsoft.com/office/officeart/2016/7/layout/VerticalDownArrowProcess"/>
    <dgm:cxn modelId="{AC9F5ED8-2C3D-4299-9580-89FAA496EF29}" type="presParOf" srcId="{D73B0521-BC4C-4153-87CB-B4AD084673A4}" destId="{0D5A15D1-B3CF-4CCD-AB28-32C5B7D4A176}" srcOrd="2" destOrd="0" presId="urn:microsoft.com/office/officeart/2016/7/layout/VerticalDownArrowProcess"/>
    <dgm:cxn modelId="{F2420BB4-AF3E-4595-B50E-FF5CDEA4FA56}" type="presParOf" srcId="{7F96E170-DD21-4C08-9BE0-128CAD1B3709}" destId="{4686F3B1-382D-46DA-92FA-4D862572BA6D}" srcOrd="7" destOrd="0" presId="urn:microsoft.com/office/officeart/2016/7/layout/VerticalDownArrowProcess"/>
    <dgm:cxn modelId="{C38FAA00-D5E0-493D-A37F-80FBDE81DFE3}" type="presParOf" srcId="{7F96E170-DD21-4C08-9BE0-128CAD1B3709}" destId="{4BA01249-D849-424A-B7EF-1A7E1F3DEE9E}" srcOrd="8" destOrd="0" presId="urn:microsoft.com/office/officeart/2016/7/layout/VerticalDownArrowProcess"/>
    <dgm:cxn modelId="{8FA4A47E-F962-4676-BF7D-BFC25B5D0C4E}" type="presParOf" srcId="{4BA01249-D849-424A-B7EF-1A7E1F3DEE9E}" destId="{90FCD1A6-95B8-41B7-8E67-4E37A3967AC3}" srcOrd="0" destOrd="0" presId="urn:microsoft.com/office/officeart/2016/7/layout/VerticalDownArrowProcess"/>
    <dgm:cxn modelId="{D3D8C839-7C2A-4502-9D81-E67D7E1EA3C4}" type="presParOf" srcId="{4BA01249-D849-424A-B7EF-1A7E1F3DEE9E}" destId="{9F9AFF1D-A3F2-46EA-BA53-C00A3DB1F1E5}" srcOrd="1" destOrd="0" presId="urn:microsoft.com/office/officeart/2016/7/layout/VerticalDownArrowProcess"/>
    <dgm:cxn modelId="{5DE6F918-5366-42F8-849B-9DBDDA4C539E}" type="presParOf" srcId="{4BA01249-D849-424A-B7EF-1A7E1F3DEE9E}" destId="{DC8C4FC8-F48C-4976-990B-627F623DE894}" srcOrd="2" destOrd="0" presId="urn:microsoft.com/office/officeart/2016/7/layout/VerticalDownArrow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F1A3A8-2827-4DC0-8A1F-1E5D3365209F}">
      <dsp:nvSpPr>
        <dsp:cNvPr id="0" name=""/>
        <dsp:cNvSpPr/>
      </dsp:nvSpPr>
      <dsp:spPr>
        <a:xfrm>
          <a:off x="0" y="799703"/>
          <a:ext cx="4231481" cy="147637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A2D9DEC-619F-4297-A54F-42CEF37CC121}">
      <dsp:nvSpPr>
        <dsp:cNvPr id="0" name=""/>
        <dsp:cNvSpPr/>
      </dsp:nvSpPr>
      <dsp:spPr>
        <a:xfrm>
          <a:off x="446603" y="1131887"/>
          <a:ext cx="812006" cy="81200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CFE227-E677-45B3-A620-239D979830B6}">
      <dsp:nvSpPr>
        <dsp:cNvPr id="0" name=""/>
        <dsp:cNvSpPr/>
      </dsp:nvSpPr>
      <dsp:spPr>
        <a:xfrm>
          <a:off x="1705213" y="799703"/>
          <a:ext cx="2526267" cy="14763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250" tIns="156250" rIns="156250" bIns="15625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Forecasting Daily Emergency Department Patient Volumes</a:t>
          </a:r>
        </a:p>
      </dsp:txBody>
      <dsp:txXfrm>
        <a:off x="1705213" y="799703"/>
        <a:ext cx="2526267" cy="1476375"/>
      </dsp:txXfrm>
    </dsp:sp>
    <dsp:sp modelId="{FC0775A2-3B28-41A1-8F28-CC04C2687EC5}">
      <dsp:nvSpPr>
        <dsp:cNvPr id="0" name=""/>
        <dsp:cNvSpPr/>
      </dsp:nvSpPr>
      <dsp:spPr>
        <a:xfrm>
          <a:off x="0" y="2645171"/>
          <a:ext cx="4231481" cy="147637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BE2CDCE-8EBC-4E98-ACC2-08BF574F8BAA}">
      <dsp:nvSpPr>
        <dsp:cNvPr id="0" name=""/>
        <dsp:cNvSpPr/>
      </dsp:nvSpPr>
      <dsp:spPr>
        <a:xfrm>
          <a:off x="446603" y="2977356"/>
          <a:ext cx="812006" cy="81200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805BF5-94BA-4D6A-AF88-08605C45A020}">
      <dsp:nvSpPr>
        <dsp:cNvPr id="0" name=""/>
        <dsp:cNvSpPr/>
      </dsp:nvSpPr>
      <dsp:spPr>
        <a:xfrm>
          <a:off x="1705213" y="2645171"/>
          <a:ext cx="2526267" cy="14763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250" tIns="156250" rIns="156250" bIns="15625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A Practical, Interpretable Approach for Hospital Operations</a:t>
          </a:r>
        </a:p>
      </dsp:txBody>
      <dsp:txXfrm>
        <a:off x="1705213" y="2645171"/>
        <a:ext cx="2526267" cy="147637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E3E196-DE4D-48F8-912C-BFC69E730A7B}">
      <dsp:nvSpPr>
        <dsp:cNvPr id="0" name=""/>
        <dsp:cNvSpPr/>
      </dsp:nvSpPr>
      <dsp:spPr>
        <a:xfrm>
          <a:off x="0" y="600"/>
          <a:ext cx="4231481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4D6AF7-07AE-4BB0-9B29-75370CCEDD1C}">
      <dsp:nvSpPr>
        <dsp:cNvPr id="0" name=""/>
        <dsp:cNvSpPr/>
      </dsp:nvSpPr>
      <dsp:spPr>
        <a:xfrm>
          <a:off x="0" y="600"/>
          <a:ext cx="4231481" cy="9840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Ordered observations over time</a:t>
          </a:r>
        </a:p>
      </dsp:txBody>
      <dsp:txXfrm>
        <a:off x="0" y="600"/>
        <a:ext cx="4231481" cy="984009"/>
      </dsp:txXfrm>
    </dsp:sp>
    <dsp:sp modelId="{939B7A9A-2D68-4AF5-8D13-BFD3236C686C}">
      <dsp:nvSpPr>
        <dsp:cNvPr id="0" name=""/>
        <dsp:cNvSpPr/>
      </dsp:nvSpPr>
      <dsp:spPr>
        <a:xfrm>
          <a:off x="0" y="984610"/>
          <a:ext cx="4231481" cy="0"/>
        </a:xfrm>
        <a:prstGeom prst="line">
          <a:avLst/>
        </a:prstGeom>
        <a:solidFill>
          <a:schemeClr val="accent2">
            <a:hueOff val="-330843"/>
            <a:satOff val="373"/>
            <a:lumOff val="882"/>
            <a:alphaOff val="0"/>
          </a:schemeClr>
        </a:solidFill>
        <a:ln w="15875" cap="flat" cmpd="sng" algn="ctr">
          <a:solidFill>
            <a:schemeClr val="accent2">
              <a:hueOff val="-330843"/>
              <a:satOff val="373"/>
              <a:lumOff val="88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E5420A-AD00-41B9-B6B0-83B1B982ED7B}">
      <dsp:nvSpPr>
        <dsp:cNvPr id="0" name=""/>
        <dsp:cNvSpPr/>
      </dsp:nvSpPr>
      <dsp:spPr>
        <a:xfrm>
          <a:off x="0" y="984610"/>
          <a:ext cx="4231481" cy="9840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Healthcare examples:</a:t>
          </a:r>
        </a:p>
      </dsp:txBody>
      <dsp:txXfrm>
        <a:off x="0" y="984610"/>
        <a:ext cx="4231481" cy="984009"/>
      </dsp:txXfrm>
    </dsp:sp>
    <dsp:sp modelId="{4D31C099-18FF-4DC0-B310-632F3AFC90CC}">
      <dsp:nvSpPr>
        <dsp:cNvPr id="0" name=""/>
        <dsp:cNvSpPr/>
      </dsp:nvSpPr>
      <dsp:spPr>
        <a:xfrm>
          <a:off x="0" y="1968620"/>
          <a:ext cx="4231481" cy="0"/>
        </a:xfrm>
        <a:prstGeom prst="line">
          <a:avLst/>
        </a:prstGeom>
        <a:solidFill>
          <a:schemeClr val="accent2">
            <a:hueOff val="-661686"/>
            <a:satOff val="746"/>
            <a:lumOff val="1765"/>
            <a:alphaOff val="0"/>
          </a:schemeClr>
        </a:solidFill>
        <a:ln w="15875" cap="flat" cmpd="sng" algn="ctr">
          <a:solidFill>
            <a:schemeClr val="accent2">
              <a:hueOff val="-661686"/>
              <a:satOff val="746"/>
              <a:lumOff val="176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BCD2C0-EF1D-4A81-BECC-621E9EF7B44B}">
      <dsp:nvSpPr>
        <dsp:cNvPr id="0" name=""/>
        <dsp:cNvSpPr/>
      </dsp:nvSpPr>
      <dsp:spPr>
        <a:xfrm>
          <a:off x="0" y="1968620"/>
          <a:ext cx="4231481" cy="9840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• Daily ED arrivals</a:t>
          </a:r>
        </a:p>
      </dsp:txBody>
      <dsp:txXfrm>
        <a:off x="0" y="1968620"/>
        <a:ext cx="4231481" cy="984009"/>
      </dsp:txXfrm>
    </dsp:sp>
    <dsp:sp modelId="{922734E1-4428-4BEE-9A5B-EA3E8B8044A8}">
      <dsp:nvSpPr>
        <dsp:cNvPr id="0" name=""/>
        <dsp:cNvSpPr/>
      </dsp:nvSpPr>
      <dsp:spPr>
        <a:xfrm>
          <a:off x="0" y="2952629"/>
          <a:ext cx="4231481" cy="0"/>
        </a:xfrm>
        <a:prstGeom prst="line">
          <a:avLst/>
        </a:prstGeom>
        <a:solidFill>
          <a:schemeClr val="accent2">
            <a:hueOff val="-992530"/>
            <a:satOff val="1119"/>
            <a:lumOff val="2647"/>
            <a:alphaOff val="0"/>
          </a:schemeClr>
        </a:solidFill>
        <a:ln w="15875" cap="flat" cmpd="sng" algn="ctr">
          <a:solidFill>
            <a:schemeClr val="accent2">
              <a:hueOff val="-992530"/>
              <a:satOff val="1119"/>
              <a:lumOff val="264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1AB38E-95AA-46C9-86F9-0EA839DB1E3E}">
      <dsp:nvSpPr>
        <dsp:cNvPr id="0" name=""/>
        <dsp:cNvSpPr/>
      </dsp:nvSpPr>
      <dsp:spPr>
        <a:xfrm>
          <a:off x="0" y="2952629"/>
          <a:ext cx="4231481" cy="9840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• ICU census levels</a:t>
          </a:r>
        </a:p>
      </dsp:txBody>
      <dsp:txXfrm>
        <a:off x="0" y="2952629"/>
        <a:ext cx="4231481" cy="984009"/>
      </dsp:txXfrm>
    </dsp:sp>
    <dsp:sp modelId="{66985445-DE20-4511-A080-029552B661BE}">
      <dsp:nvSpPr>
        <dsp:cNvPr id="0" name=""/>
        <dsp:cNvSpPr/>
      </dsp:nvSpPr>
      <dsp:spPr>
        <a:xfrm>
          <a:off x="0" y="3936639"/>
          <a:ext cx="4231481" cy="0"/>
        </a:xfrm>
        <a:prstGeom prst="line">
          <a:avLst/>
        </a:prstGeom>
        <a:solidFill>
          <a:schemeClr val="accent2">
            <a:hueOff val="-1323373"/>
            <a:satOff val="1492"/>
            <a:lumOff val="3530"/>
            <a:alphaOff val="0"/>
          </a:schemeClr>
        </a:solidFill>
        <a:ln w="15875" cap="flat" cmpd="sng" algn="ctr">
          <a:solidFill>
            <a:schemeClr val="accent2">
              <a:hueOff val="-1323373"/>
              <a:satOff val="1492"/>
              <a:lumOff val="353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10692E-39C5-46FF-9A6F-28D3CB2113C9}">
      <dsp:nvSpPr>
        <dsp:cNvPr id="0" name=""/>
        <dsp:cNvSpPr/>
      </dsp:nvSpPr>
      <dsp:spPr>
        <a:xfrm>
          <a:off x="0" y="3936639"/>
          <a:ext cx="4231481" cy="9840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• Infection incidence rates</a:t>
          </a:r>
        </a:p>
      </dsp:txBody>
      <dsp:txXfrm>
        <a:off x="0" y="3936639"/>
        <a:ext cx="4231481" cy="98400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51D46E-B1ED-4936-A113-210B794E1E71}">
      <dsp:nvSpPr>
        <dsp:cNvPr id="0" name=""/>
        <dsp:cNvSpPr/>
      </dsp:nvSpPr>
      <dsp:spPr>
        <a:xfrm>
          <a:off x="0" y="52331"/>
          <a:ext cx="4231481" cy="1546008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Highly interpretable – trusted by administrators</a:t>
          </a:r>
        </a:p>
      </dsp:txBody>
      <dsp:txXfrm>
        <a:off x="75470" y="127801"/>
        <a:ext cx="4080541" cy="1395068"/>
      </dsp:txXfrm>
    </dsp:sp>
    <dsp:sp modelId="{6E0FABB1-7B1D-451E-9AC5-12FFD4BE8F1F}">
      <dsp:nvSpPr>
        <dsp:cNvPr id="0" name=""/>
        <dsp:cNvSpPr/>
      </dsp:nvSpPr>
      <dsp:spPr>
        <a:xfrm>
          <a:off x="0" y="1687620"/>
          <a:ext cx="4231481" cy="1546008"/>
        </a:xfrm>
        <a:prstGeom prst="roundRect">
          <a:avLst/>
        </a:prstGeom>
        <a:solidFill>
          <a:schemeClr val="accent2">
            <a:hueOff val="-661686"/>
            <a:satOff val="746"/>
            <a:lumOff val="1765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Strong short-term forecasting performance</a:t>
          </a:r>
        </a:p>
      </dsp:txBody>
      <dsp:txXfrm>
        <a:off x="75470" y="1763090"/>
        <a:ext cx="4080541" cy="1395068"/>
      </dsp:txXfrm>
    </dsp:sp>
    <dsp:sp modelId="{CF2C1598-A747-4089-9748-501FF90F04EA}">
      <dsp:nvSpPr>
        <dsp:cNvPr id="0" name=""/>
        <dsp:cNvSpPr/>
      </dsp:nvSpPr>
      <dsp:spPr>
        <a:xfrm>
          <a:off x="0" y="3322909"/>
          <a:ext cx="4231481" cy="1546008"/>
        </a:xfrm>
        <a:prstGeom prst="roundRect">
          <a:avLst/>
        </a:prstGeom>
        <a:solidFill>
          <a:schemeClr val="accent2">
            <a:hueOff val="-1323373"/>
            <a:satOff val="1492"/>
            <a:lumOff val="353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Captures autocorrelation in patient arrivals</a:t>
          </a:r>
        </a:p>
      </dsp:txBody>
      <dsp:txXfrm>
        <a:off x="75470" y="3398379"/>
        <a:ext cx="4080541" cy="139506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9CBEFC-75A0-4F0E-B8EC-818C4E8865B5}">
      <dsp:nvSpPr>
        <dsp:cNvPr id="0" name=""/>
        <dsp:cNvSpPr/>
      </dsp:nvSpPr>
      <dsp:spPr>
        <a:xfrm>
          <a:off x="0" y="600"/>
          <a:ext cx="4231481" cy="14057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D0F379-5F4A-4CF7-93E0-1AA146B0A842}">
      <dsp:nvSpPr>
        <dsp:cNvPr id="0" name=""/>
        <dsp:cNvSpPr/>
      </dsp:nvSpPr>
      <dsp:spPr>
        <a:xfrm>
          <a:off x="425232" y="316889"/>
          <a:ext cx="773150" cy="77315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C0C95F-EF75-4FDA-90CE-F5B42027379A}">
      <dsp:nvSpPr>
        <dsp:cNvPr id="0" name=""/>
        <dsp:cNvSpPr/>
      </dsp:nvSpPr>
      <dsp:spPr>
        <a:xfrm>
          <a:off x="1623616" y="600"/>
          <a:ext cx="2607864" cy="14057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773" tIns="148773" rIns="148773" bIns="148773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Staff scheduling &amp; workforce planning</a:t>
          </a:r>
        </a:p>
      </dsp:txBody>
      <dsp:txXfrm>
        <a:off x="1623616" y="600"/>
        <a:ext cx="2607864" cy="1405728"/>
      </dsp:txXfrm>
    </dsp:sp>
    <dsp:sp modelId="{AC093E2D-D59A-415A-8B01-EFA30EB153C8}">
      <dsp:nvSpPr>
        <dsp:cNvPr id="0" name=""/>
        <dsp:cNvSpPr/>
      </dsp:nvSpPr>
      <dsp:spPr>
        <a:xfrm>
          <a:off x="0" y="1757760"/>
          <a:ext cx="4231481" cy="14057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1628177-6B94-4E06-AC74-CEAFA0D6EA94}">
      <dsp:nvSpPr>
        <dsp:cNvPr id="0" name=""/>
        <dsp:cNvSpPr/>
      </dsp:nvSpPr>
      <dsp:spPr>
        <a:xfrm>
          <a:off x="425232" y="2074049"/>
          <a:ext cx="773150" cy="77315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B59519-F198-45BE-B196-9AF636B279C2}">
      <dsp:nvSpPr>
        <dsp:cNvPr id="0" name=""/>
        <dsp:cNvSpPr/>
      </dsp:nvSpPr>
      <dsp:spPr>
        <a:xfrm>
          <a:off x="1623616" y="1757760"/>
          <a:ext cx="2607864" cy="14057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773" tIns="148773" rIns="148773" bIns="148773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Predicting bed occupancy</a:t>
          </a:r>
        </a:p>
      </dsp:txBody>
      <dsp:txXfrm>
        <a:off x="1623616" y="1757760"/>
        <a:ext cx="2607864" cy="1405728"/>
      </dsp:txXfrm>
    </dsp:sp>
    <dsp:sp modelId="{8CC50F0A-0EE5-45F1-A31E-A45F85A8C581}">
      <dsp:nvSpPr>
        <dsp:cNvPr id="0" name=""/>
        <dsp:cNvSpPr/>
      </dsp:nvSpPr>
      <dsp:spPr>
        <a:xfrm>
          <a:off x="0" y="3514921"/>
          <a:ext cx="4231481" cy="14057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67651C8-6929-4F13-99EF-5C9E7A589C2F}">
      <dsp:nvSpPr>
        <dsp:cNvPr id="0" name=""/>
        <dsp:cNvSpPr/>
      </dsp:nvSpPr>
      <dsp:spPr>
        <a:xfrm>
          <a:off x="425232" y="3831209"/>
          <a:ext cx="773150" cy="77315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5C4FEE-39CE-47E8-9C9C-4B07852B10EF}">
      <dsp:nvSpPr>
        <dsp:cNvPr id="0" name=""/>
        <dsp:cNvSpPr/>
      </dsp:nvSpPr>
      <dsp:spPr>
        <a:xfrm>
          <a:off x="1623616" y="3514921"/>
          <a:ext cx="2607864" cy="14057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773" tIns="148773" rIns="148773" bIns="148773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Managing patient flow during seasonal surges</a:t>
          </a:r>
        </a:p>
      </dsp:txBody>
      <dsp:txXfrm>
        <a:off x="1623616" y="3514921"/>
        <a:ext cx="2607864" cy="140572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F6CCBC-F7C7-4E6F-9E63-24E9C6B11FB1}">
      <dsp:nvSpPr>
        <dsp:cNvPr id="0" name=""/>
        <dsp:cNvSpPr/>
      </dsp:nvSpPr>
      <dsp:spPr>
        <a:xfrm>
          <a:off x="591503" y="366659"/>
          <a:ext cx="844192" cy="84419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8E062C-9EEA-4FAD-AC44-3D9D7BA41F2A}">
      <dsp:nvSpPr>
        <dsp:cNvPr id="0" name=""/>
        <dsp:cNvSpPr/>
      </dsp:nvSpPr>
      <dsp:spPr>
        <a:xfrm>
          <a:off x="75608" y="1506127"/>
          <a:ext cx="187598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❌ ARIMA automatically models seasonality (requires SARIMA)</a:t>
          </a:r>
        </a:p>
      </dsp:txBody>
      <dsp:txXfrm>
        <a:off x="75608" y="1506127"/>
        <a:ext cx="1875983" cy="720000"/>
      </dsp:txXfrm>
    </dsp:sp>
    <dsp:sp modelId="{B0FE1800-10FA-4D12-AA79-765F9A07E8BC}">
      <dsp:nvSpPr>
        <dsp:cNvPr id="0" name=""/>
        <dsp:cNvSpPr/>
      </dsp:nvSpPr>
      <dsp:spPr>
        <a:xfrm>
          <a:off x="2795784" y="366659"/>
          <a:ext cx="844192" cy="84419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221F5B-D941-4753-9B5B-BAF707A47D27}">
      <dsp:nvSpPr>
        <dsp:cNvPr id="0" name=""/>
        <dsp:cNvSpPr/>
      </dsp:nvSpPr>
      <dsp:spPr>
        <a:xfrm>
          <a:off x="2279889" y="1506127"/>
          <a:ext cx="187598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❌ ARIMA requires no preprocessing (stationarity is required)</a:t>
          </a:r>
        </a:p>
      </dsp:txBody>
      <dsp:txXfrm>
        <a:off x="2279889" y="1506127"/>
        <a:ext cx="1875983" cy="720000"/>
      </dsp:txXfrm>
    </dsp:sp>
    <dsp:sp modelId="{BB579676-687B-4127-B315-0E02C339C7FC}">
      <dsp:nvSpPr>
        <dsp:cNvPr id="0" name=""/>
        <dsp:cNvSpPr/>
      </dsp:nvSpPr>
      <dsp:spPr>
        <a:xfrm>
          <a:off x="1693644" y="2695122"/>
          <a:ext cx="844192" cy="84419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3EB6F4-4EC2-43E9-8F99-8DECCCB8779B}">
      <dsp:nvSpPr>
        <dsp:cNvPr id="0" name=""/>
        <dsp:cNvSpPr/>
      </dsp:nvSpPr>
      <dsp:spPr>
        <a:xfrm>
          <a:off x="1177748" y="3834590"/>
          <a:ext cx="187598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❌ Deep learning always outperforms ARIMA – not true for hospitals</a:t>
          </a:r>
        </a:p>
      </dsp:txBody>
      <dsp:txXfrm>
        <a:off x="1177748" y="3834590"/>
        <a:ext cx="1875983" cy="7200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7A90B8-A29F-49BE-B861-6692FC59D39B}">
      <dsp:nvSpPr>
        <dsp:cNvPr id="0" name=""/>
        <dsp:cNvSpPr/>
      </dsp:nvSpPr>
      <dsp:spPr>
        <a:xfrm>
          <a:off x="0" y="600"/>
          <a:ext cx="4231481" cy="14057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ABFA9D9-6780-4854-B257-60C7B040675C}">
      <dsp:nvSpPr>
        <dsp:cNvPr id="0" name=""/>
        <dsp:cNvSpPr/>
      </dsp:nvSpPr>
      <dsp:spPr>
        <a:xfrm>
          <a:off x="425232" y="316889"/>
          <a:ext cx="773150" cy="77315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1CE2C7-EEBA-43F1-930D-D800FD092499}">
      <dsp:nvSpPr>
        <dsp:cNvPr id="0" name=""/>
        <dsp:cNvSpPr/>
      </dsp:nvSpPr>
      <dsp:spPr>
        <a:xfrm>
          <a:off x="1623616" y="600"/>
          <a:ext cx="2607864" cy="14057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773" tIns="148773" rIns="148773" bIns="14877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Use ARIMA when: short-term accuracy + interpretability matter</a:t>
          </a:r>
        </a:p>
      </dsp:txBody>
      <dsp:txXfrm>
        <a:off x="1623616" y="600"/>
        <a:ext cx="2607864" cy="1405728"/>
      </dsp:txXfrm>
    </dsp:sp>
    <dsp:sp modelId="{36232E23-7EDA-4715-9D69-84E0761996D8}">
      <dsp:nvSpPr>
        <dsp:cNvPr id="0" name=""/>
        <dsp:cNvSpPr/>
      </dsp:nvSpPr>
      <dsp:spPr>
        <a:xfrm>
          <a:off x="0" y="1757760"/>
          <a:ext cx="4231481" cy="14057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803D14-97B9-479E-9374-1F2120B975C5}">
      <dsp:nvSpPr>
        <dsp:cNvPr id="0" name=""/>
        <dsp:cNvSpPr/>
      </dsp:nvSpPr>
      <dsp:spPr>
        <a:xfrm>
          <a:off x="425232" y="2074049"/>
          <a:ext cx="773150" cy="77315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3BF02B-F838-4F72-A9E1-2EAE476F99E8}">
      <dsp:nvSpPr>
        <dsp:cNvPr id="0" name=""/>
        <dsp:cNvSpPr/>
      </dsp:nvSpPr>
      <dsp:spPr>
        <a:xfrm>
          <a:off x="1623616" y="1757760"/>
          <a:ext cx="2607864" cy="14057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773" tIns="148773" rIns="148773" bIns="14877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Use SARIMA when: weekly / seasonal patterns exist</a:t>
          </a:r>
        </a:p>
      </dsp:txBody>
      <dsp:txXfrm>
        <a:off x="1623616" y="1757760"/>
        <a:ext cx="2607864" cy="1405728"/>
      </dsp:txXfrm>
    </dsp:sp>
    <dsp:sp modelId="{0F3A055F-C392-498F-89DF-A725B794EEAA}">
      <dsp:nvSpPr>
        <dsp:cNvPr id="0" name=""/>
        <dsp:cNvSpPr/>
      </dsp:nvSpPr>
      <dsp:spPr>
        <a:xfrm>
          <a:off x="0" y="3514921"/>
          <a:ext cx="4231481" cy="14057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6A0F3AB-9B31-42A4-AE32-F29B749F378F}">
      <dsp:nvSpPr>
        <dsp:cNvPr id="0" name=""/>
        <dsp:cNvSpPr/>
      </dsp:nvSpPr>
      <dsp:spPr>
        <a:xfrm>
          <a:off x="425232" y="3831209"/>
          <a:ext cx="773150" cy="77315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26A5F4-1142-482B-8327-CBFCE2B08BA0}">
      <dsp:nvSpPr>
        <dsp:cNvPr id="0" name=""/>
        <dsp:cNvSpPr/>
      </dsp:nvSpPr>
      <dsp:spPr>
        <a:xfrm>
          <a:off x="1623616" y="3514921"/>
          <a:ext cx="2607864" cy="14057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773" tIns="148773" rIns="148773" bIns="14877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Use LSTM/Prophet when: nonlinear patterns dominate</a:t>
          </a:r>
        </a:p>
      </dsp:txBody>
      <dsp:txXfrm>
        <a:off x="1623616" y="3514921"/>
        <a:ext cx="2607864" cy="1405728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2A3A7A-DAB3-4017-886D-3FA041BF1D32}">
      <dsp:nvSpPr>
        <dsp:cNvPr id="0" name=""/>
        <dsp:cNvSpPr/>
      </dsp:nvSpPr>
      <dsp:spPr>
        <a:xfrm>
          <a:off x="408834" y="1335625"/>
          <a:ext cx="1166625" cy="1166625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4CABA1-3A1B-4D7C-8475-2176B237FF6D}">
      <dsp:nvSpPr>
        <dsp:cNvPr id="0" name=""/>
        <dsp:cNvSpPr/>
      </dsp:nvSpPr>
      <dsp:spPr>
        <a:xfrm>
          <a:off x="657459" y="1584250"/>
          <a:ext cx="669375" cy="66937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918A8E-A4B1-47B5-94D5-8C8144C35D55}">
      <dsp:nvSpPr>
        <dsp:cNvPr id="0" name=""/>
        <dsp:cNvSpPr/>
      </dsp:nvSpPr>
      <dsp:spPr>
        <a:xfrm>
          <a:off x="35896" y="2865625"/>
          <a:ext cx="1912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Next: We will walk through the full ARIMA pipeline in Jupyter Notebook</a:t>
          </a:r>
        </a:p>
      </dsp:txBody>
      <dsp:txXfrm>
        <a:off x="35896" y="2865625"/>
        <a:ext cx="1912500" cy="720000"/>
      </dsp:txXfrm>
    </dsp:sp>
    <dsp:sp modelId="{D5AE0A06-49B7-4D53-8923-5246BA3BF129}">
      <dsp:nvSpPr>
        <dsp:cNvPr id="0" name=""/>
        <dsp:cNvSpPr/>
      </dsp:nvSpPr>
      <dsp:spPr>
        <a:xfrm>
          <a:off x="2656021" y="1335625"/>
          <a:ext cx="1166625" cy="1166625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9188473-7573-4294-9BBA-C6DABC0D4EC7}">
      <dsp:nvSpPr>
        <dsp:cNvPr id="0" name=""/>
        <dsp:cNvSpPr/>
      </dsp:nvSpPr>
      <dsp:spPr>
        <a:xfrm>
          <a:off x="2904646" y="1584250"/>
          <a:ext cx="669375" cy="66937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74435A-D1E4-4590-B3FE-315CCA434156}">
      <dsp:nvSpPr>
        <dsp:cNvPr id="0" name=""/>
        <dsp:cNvSpPr/>
      </dsp:nvSpPr>
      <dsp:spPr>
        <a:xfrm>
          <a:off x="2283084" y="2865625"/>
          <a:ext cx="1912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Data loading → Preprocessing → Model selection → Forecasting</a:t>
          </a:r>
        </a:p>
      </dsp:txBody>
      <dsp:txXfrm>
        <a:off x="2283084" y="2865625"/>
        <a:ext cx="1912500" cy="72000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FFEB65-92D7-4E5E-B6E8-E217ED5412E5}">
      <dsp:nvSpPr>
        <dsp:cNvPr id="0" name=""/>
        <dsp:cNvSpPr/>
      </dsp:nvSpPr>
      <dsp:spPr>
        <a:xfrm>
          <a:off x="0" y="799703"/>
          <a:ext cx="4231481" cy="147637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052FB7C-C740-4596-831B-4DA98958A24F}">
      <dsp:nvSpPr>
        <dsp:cNvPr id="0" name=""/>
        <dsp:cNvSpPr/>
      </dsp:nvSpPr>
      <dsp:spPr>
        <a:xfrm>
          <a:off x="446603" y="1131887"/>
          <a:ext cx="812006" cy="81200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781BBB-0250-47E2-8515-7FD835C4A8A9}">
      <dsp:nvSpPr>
        <dsp:cNvPr id="0" name=""/>
        <dsp:cNvSpPr/>
      </dsp:nvSpPr>
      <dsp:spPr>
        <a:xfrm>
          <a:off x="1705213" y="799703"/>
          <a:ext cx="2526267" cy="14763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250" tIns="156250" rIns="156250" bIns="156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Jupyter Notebook Demonstration</a:t>
          </a:r>
        </a:p>
      </dsp:txBody>
      <dsp:txXfrm>
        <a:off x="1705213" y="799703"/>
        <a:ext cx="2526267" cy="1476375"/>
      </dsp:txXfrm>
    </dsp:sp>
    <dsp:sp modelId="{2FDD1638-F9C7-4A09-B463-01BD327A262D}">
      <dsp:nvSpPr>
        <dsp:cNvPr id="0" name=""/>
        <dsp:cNvSpPr/>
      </dsp:nvSpPr>
      <dsp:spPr>
        <a:xfrm>
          <a:off x="0" y="2645171"/>
          <a:ext cx="4231481" cy="147637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A8F85B7-9AAC-40F5-ABF2-291A829B2B8B}">
      <dsp:nvSpPr>
        <dsp:cNvPr id="0" name=""/>
        <dsp:cNvSpPr/>
      </dsp:nvSpPr>
      <dsp:spPr>
        <a:xfrm>
          <a:off x="446603" y="2977356"/>
          <a:ext cx="812006" cy="81200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4A2EED-F36C-4879-BF1E-F6A25BD7F123}">
      <dsp:nvSpPr>
        <dsp:cNvPr id="0" name=""/>
        <dsp:cNvSpPr/>
      </dsp:nvSpPr>
      <dsp:spPr>
        <a:xfrm>
          <a:off x="1705213" y="2645171"/>
          <a:ext cx="2526267" cy="14763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250" tIns="156250" rIns="156250" bIns="156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Full ARIMA Forecasting Pipeline</a:t>
          </a:r>
        </a:p>
      </dsp:txBody>
      <dsp:txXfrm>
        <a:off x="1705213" y="2645171"/>
        <a:ext cx="2526267" cy="1476375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338B4F-4912-438B-B066-AE0F21E0D142}">
      <dsp:nvSpPr>
        <dsp:cNvPr id="0" name=""/>
        <dsp:cNvSpPr/>
      </dsp:nvSpPr>
      <dsp:spPr>
        <a:xfrm>
          <a:off x="0" y="4225645"/>
          <a:ext cx="1057870" cy="69325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5236" tIns="149352" rIns="75236" bIns="149352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Forecast</a:t>
          </a:r>
        </a:p>
      </dsp:txBody>
      <dsp:txXfrm>
        <a:off x="0" y="4225645"/>
        <a:ext cx="1057870" cy="693252"/>
      </dsp:txXfrm>
    </dsp:sp>
    <dsp:sp modelId="{55C61BCB-039D-4165-ACEC-5CC65076E795}">
      <dsp:nvSpPr>
        <dsp:cNvPr id="0" name=""/>
        <dsp:cNvSpPr/>
      </dsp:nvSpPr>
      <dsp:spPr>
        <a:xfrm>
          <a:off x="1057870" y="4225645"/>
          <a:ext cx="3173610" cy="693252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376" tIns="228600" rIns="64376" bIns="22860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Forecast next 30 days</a:t>
          </a:r>
        </a:p>
      </dsp:txBody>
      <dsp:txXfrm>
        <a:off x="1057870" y="4225645"/>
        <a:ext cx="3173610" cy="693252"/>
      </dsp:txXfrm>
    </dsp:sp>
    <dsp:sp modelId="{0F3ED1CB-D8D4-48EC-81C2-B9FCB4AF2DEA}">
      <dsp:nvSpPr>
        <dsp:cNvPr id="0" name=""/>
        <dsp:cNvSpPr/>
      </dsp:nvSpPr>
      <dsp:spPr>
        <a:xfrm rot="10800000">
          <a:off x="0" y="3169822"/>
          <a:ext cx="1057870" cy="1066221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2">
            <a:hueOff val="-330843"/>
            <a:satOff val="373"/>
            <a:lumOff val="882"/>
            <a:alphaOff val="0"/>
          </a:schemeClr>
        </a:solidFill>
        <a:ln w="15875" cap="flat" cmpd="sng" algn="ctr">
          <a:solidFill>
            <a:schemeClr val="accent2">
              <a:hueOff val="-330843"/>
              <a:satOff val="373"/>
              <a:lumOff val="88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5236" tIns="149352" rIns="75236" bIns="149352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Fit</a:t>
          </a:r>
        </a:p>
      </dsp:txBody>
      <dsp:txXfrm rot="-10800000">
        <a:off x="0" y="3169822"/>
        <a:ext cx="1057870" cy="693044"/>
      </dsp:txXfrm>
    </dsp:sp>
    <dsp:sp modelId="{7424CFBB-E76F-43C5-BFAD-7A42A8408968}">
      <dsp:nvSpPr>
        <dsp:cNvPr id="0" name=""/>
        <dsp:cNvSpPr/>
      </dsp:nvSpPr>
      <dsp:spPr>
        <a:xfrm>
          <a:off x="1057870" y="3169822"/>
          <a:ext cx="3173610" cy="693044"/>
        </a:xfrm>
        <a:prstGeom prst="rect">
          <a:avLst/>
        </a:prstGeom>
        <a:solidFill>
          <a:schemeClr val="accent2">
            <a:tint val="40000"/>
            <a:alpha val="90000"/>
            <a:hueOff val="-460466"/>
            <a:satOff val="3068"/>
            <a:lumOff val="280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-460466"/>
              <a:satOff val="3068"/>
              <a:lumOff val="28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376" tIns="228600" rIns="64376" bIns="22860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Fit ARIMA(1,1,1)</a:t>
          </a:r>
        </a:p>
      </dsp:txBody>
      <dsp:txXfrm>
        <a:off x="1057870" y="3169822"/>
        <a:ext cx="3173610" cy="693044"/>
      </dsp:txXfrm>
    </dsp:sp>
    <dsp:sp modelId="{CF980DC9-16FE-435C-AF07-D46D4D686A6B}">
      <dsp:nvSpPr>
        <dsp:cNvPr id="0" name=""/>
        <dsp:cNvSpPr/>
      </dsp:nvSpPr>
      <dsp:spPr>
        <a:xfrm rot="10800000">
          <a:off x="0" y="2113998"/>
          <a:ext cx="1057870" cy="1066221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2">
            <a:hueOff val="-661686"/>
            <a:satOff val="746"/>
            <a:lumOff val="1765"/>
            <a:alphaOff val="0"/>
          </a:schemeClr>
        </a:solidFill>
        <a:ln w="15875" cap="flat" cmpd="sng" algn="ctr">
          <a:solidFill>
            <a:schemeClr val="accent2">
              <a:hueOff val="-661686"/>
              <a:satOff val="746"/>
              <a:lumOff val="176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5236" tIns="149352" rIns="75236" bIns="149352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Plot</a:t>
          </a:r>
        </a:p>
      </dsp:txBody>
      <dsp:txXfrm rot="-10800000">
        <a:off x="0" y="2113998"/>
        <a:ext cx="1057870" cy="693044"/>
      </dsp:txXfrm>
    </dsp:sp>
    <dsp:sp modelId="{79F3AD6B-8F9A-40D8-A696-B2EEBAFB4082}">
      <dsp:nvSpPr>
        <dsp:cNvPr id="0" name=""/>
        <dsp:cNvSpPr/>
      </dsp:nvSpPr>
      <dsp:spPr>
        <a:xfrm>
          <a:off x="1057870" y="2113998"/>
          <a:ext cx="3173610" cy="693044"/>
        </a:xfrm>
        <a:prstGeom prst="rect">
          <a:avLst/>
        </a:prstGeom>
        <a:solidFill>
          <a:schemeClr val="accent2">
            <a:tint val="40000"/>
            <a:alpha val="90000"/>
            <a:hueOff val="-920933"/>
            <a:satOff val="6135"/>
            <a:lumOff val="561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-920933"/>
              <a:satOff val="6135"/>
              <a:lumOff val="56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376" tIns="228600" rIns="64376" bIns="22860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Plot ACF and PACF</a:t>
          </a:r>
        </a:p>
      </dsp:txBody>
      <dsp:txXfrm>
        <a:off x="1057870" y="2113998"/>
        <a:ext cx="3173610" cy="693044"/>
      </dsp:txXfrm>
    </dsp:sp>
    <dsp:sp modelId="{856CBBAA-1571-4D5A-80AA-5A346411824B}">
      <dsp:nvSpPr>
        <dsp:cNvPr id="0" name=""/>
        <dsp:cNvSpPr/>
      </dsp:nvSpPr>
      <dsp:spPr>
        <a:xfrm rot="10800000">
          <a:off x="0" y="1058175"/>
          <a:ext cx="1057870" cy="1066221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2">
            <a:hueOff val="-992530"/>
            <a:satOff val="1119"/>
            <a:lumOff val="2647"/>
            <a:alphaOff val="0"/>
          </a:schemeClr>
        </a:solidFill>
        <a:ln w="15875" cap="flat" cmpd="sng" algn="ctr">
          <a:solidFill>
            <a:schemeClr val="accent2">
              <a:hueOff val="-992530"/>
              <a:satOff val="1119"/>
              <a:lumOff val="264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5236" tIns="149352" rIns="75236" bIns="149352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Check</a:t>
          </a:r>
        </a:p>
      </dsp:txBody>
      <dsp:txXfrm rot="-10800000">
        <a:off x="0" y="1058175"/>
        <a:ext cx="1057870" cy="693044"/>
      </dsp:txXfrm>
    </dsp:sp>
    <dsp:sp modelId="{0D5A15D1-B3CF-4CCD-AB28-32C5B7D4A176}">
      <dsp:nvSpPr>
        <dsp:cNvPr id="0" name=""/>
        <dsp:cNvSpPr/>
      </dsp:nvSpPr>
      <dsp:spPr>
        <a:xfrm>
          <a:off x="1057870" y="1058175"/>
          <a:ext cx="3173610" cy="693044"/>
        </a:xfrm>
        <a:prstGeom prst="rect">
          <a:avLst/>
        </a:prstGeom>
        <a:solidFill>
          <a:schemeClr val="accent2">
            <a:tint val="40000"/>
            <a:alpha val="90000"/>
            <a:hueOff val="-1381399"/>
            <a:satOff val="9203"/>
            <a:lumOff val="841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-1381399"/>
              <a:satOff val="9203"/>
              <a:lumOff val="84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376" tIns="228600" rIns="64376" bIns="22860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Check stationarity using ADF</a:t>
          </a:r>
        </a:p>
      </dsp:txBody>
      <dsp:txXfrm>
        <a:off x="1057870" y="1058175"/>
        <a:ext cx="3173610" cy="693044"/>
      </dsp:txXfrm>
    </dsp:sp>
    <dsp:sp modelId="{9F9AFF1D-A3F2-46EA-BA53-C00A3DB1F1E5}">
      <dsp:nvSpPr>
        <dsp:cNvPr id="0" name=""/>
        <dsp:cNvSpPr/>
      </dsp:nvSpPr>
      <dsp:spPr>
        <a:xfrm rot="10800000">
          <a:off x="0" y="2352"/>
          <a:ext cx="1057870" cy="1066221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2">
            <a:hueOff val="-1323373"/>
            <a:satOff val="1492"/>
            <a:lumOff val="3530"/>
            <a:alphaOff val="0"/>
          </a:schemeClr>
        </a:solidFill>
        <a:ln w="15875" cap="flat" cmpd="sng" algn="ctr">
          <a:solidFill>
            <a:schemeClr val="accent2">
              <a:hueOff val="-1323373"/>
              <a:satOff val="1492"/>
              <a:lumOff val="353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5236" tIns="149352" rIns="75236" bIns="149352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Load</a:t>
          </a:r>
        </a:p>
      </dsp:txBody>
      <dsp:txXfrm rot="-10800000">
        <a:off x="0" y="2352"/>
        <a:ext cx="1057870" cy="693044"/>
      </dsp:txXfrm>
    </dsp:sp>
    <dsp:sp modelId="{DC8C4FC8-F48C-4976-990B-627F623DE894}">
      <dsp:nvSpPr>
        <dsp:cNvPr id="0" name=""/>
        <dsp:cNvSpPr/>
      </dsp:nvSpPr>
      <dsp:spPr>
        <a:xfrm>
          <a:off x="1057870" y="2352"/>
          <a:ext cx="3173610" cy="693044"/>
        </a:xfrm>
        <a:prstGeom prst="rect">
          <a:avLst/>
        </a:prstGeom>
        <a:solidFill>
          <a:schemeClr val="accent2">
            <a:tint val="40000"/>
            <a:alpha val="90000"/>
            <a:hueOff val="-1841865"/>
            <a:satOff val="12270"/>
            <a:lumOff val="1122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-1841865"/>
              <a:satOff val="12270"/>
              <a:lumOff val="112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376" tIns="228600" rIns="64376" bIns="22860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Load the dataset</a:t>
          </a:r>
        </a:p>
      </dsp:txBody>
      <dsp:txXfrm>
        <a:off x="1057870" y="2352"/>
        <a:ext cx="3173610" cy="69304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6/7/layout/VerticalDownArrowProcess">
  <dgm:title val="Vertical Down Arrow Process"/>
  <dgm:desc val="Use to show a progression; a timeline; sequential steps in a task, process, or workflow; or to emphasize movement or direction. Level 1 text appears inside an arrow shape while Level 2 text appears below the arrow shapes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36"/>
      <dgm:constr type="primFontSz" for="des" forName="parentTextArrow" refType="primFontSz" refFor="des" refForName="parentTextBox" op="equ"/>
      <dgm:constr type="primFontSz" for="des" forName="descendantArrow" val="24"/>
      <dgm:constr type="primFontSz" for="des" forName="descendantArrow" refType="primFontSz" refFor="des" refForName="parentTextArrow" op="lte"/>
      <dgm:constr type="primFontSz" for="des" forName="descendantBox" refType="primFontSz" refFor="des" refForName="parentTextArrow" op="lte"/>
      <dgm:constr type="primFontSz" for="des" forName="descendantBox" refType="primFontSz" refFor="des" refForName="parentTextBox" op="lte"/>
      <dgm:constr type="primFontSz" for="des" forName="descendantArrow" refType="primFontSz" refFor="des" refForName="parentTextBox" op="lte"/>
      <dgm:constr type="primFontSz" for="des" forName="descendantBox" refType="primFontSz" refFor="des" refForName="descendan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Box" refType="w" fact="0.25"/>
              <dgm:constr type="h" for="ch" forName="parentTextBox" refType="h"/>
              <dgm:constr type="t" for="ch" forName="parentTextBox"/>
              <dgm:constr type="w" for="ch" forName="descendantBox" refType="w" fact="0.75"/>
              <dgm:constr type="l" for="ch" forName="descendantBox" refType="w" fact="0.25"/>
              <dgm:constr type="b" for="ch" forName="descendantBox" refType="h"/>
              <dgm:constr type="h" for="ch" forName="descendantBox" refType="h"/>
            </dgm:constrLst>
            <dgm:ruleLst/>
            <dgm:layoutNode name="parentTextBox" styleLbl="alignNode1">
              <dgm:alg type="tx"/>
              <dgm:shape xmlns:r="http://schemas.openxmlformats.org/officeDocument/2006/relationships" type="rect" r:blip="">
                <dgm:adjLst/>
              </dgm:shap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descendantBox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presOf axis="des" ptType="node"/>
              <dgm:ruleLst>
                <dgm:rule type="primFontSz" val="11" fact="NaN" max="NaN"/>
              </dgm:ruleLst>
            </dgm:layoutNod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Arrow" refType="w" fact="0.25"/>
              <dgm:constr type="t" for="ch" forName="parentTextArrow"/>
              <dgm:constr type="h" for="ch" forName="parentTextArrow" refType="h" fact="0.65"/>
              <dgm:constr type="w" for="ch" forName="arrow" refType="w" fact="0.25"/>
              <dgm:constr type="h" for="ch" forName="arrow" refType="h"/>
              <dgm:constr type="l" for="ch" forName="descendantArrow" refType="w" fact="0.25"/>
              <dgm:constr type="w" for="ch" forName="descendantArrow" refType="w" fact="0.75"/>
              <dgm:constr type="b" for="ch" forName="descendantArrow" refType="h" fact="0.65"/>
              <dgm:constr type="h" for="ch" forName="descendantArrow" refType="h" fact="0.65"/>
            </dgm:constrLst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arrow" styleLbl="alignNode1">
              <dgm:alg type="sp"/>
              <dgm:shape xmlns:r="http://schemas.openxmlformats.org/officeDocument/2006/relationships" rot="180" type="upArrowCallout" r:blip="">
                <dgm:adjLst>
                  <dgm:adj idx="1" val="0.05"/>
                  <dgm:adj idx="2" val="0.1"/>
                  <dgm:adj idx="3" val="0.15"/>
                </dgm:adjLst>
              </dgm:shape>
              <dgm:presOf axis="self"/>
              <dgm:constrLst/>
              <dgm:ruleLst/>
            </dgm:layoutNode>
            <dgm:layoutNode name="descendantArrow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ruleLst>
                <dgm:rule type="primFontSz" val="11" fact="NaN" max="NaN"/>
              </dgm:ruleLst>
            </dgm:layoutNod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25129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4205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50896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1093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177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0796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813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3338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83258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8680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74268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64637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7422F06-6017-4361-8872-E0E2CEB20B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8614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601" y="643467"/>
            <a:ext cx="2561709" cy="5571066"/>
          </a:xfrm>
        </p:spPr>
        <p:txBody>
          <a:bodyPr>
            <a:norm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rPr lang="en-US" sz="3600">
                <a:solidFill>
                  <a:srgbClr val="FFFFFF"/>
                </a:solidFill>
              </a:rPr>
              <a:t>Time Series Forecasting with ARIMA in Healthcare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C6CAAFA-D213-EC71-52DE-DE62D1A3238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85155"/>
              </p:ext>
            </p:extLst>
          </p:nvPr>
        </p:nvGraphicFramePr>
        <p:xfrm>
          <a:off x="4202906" y="954088"/>
          <a:ext cx="4231481" cy="492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7422F06-6017-4361-8872-E0E2CEB20B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8614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601" y="643467"/>
            <a:ext cx="2561709" cy="5571066"/>
          </a:xfrm>
        </p:spPr>
        <p:txBody>
          <a:bodyPr>
            <a:norm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rPr lang="en-US" sz="3600">
                <a:solidFill>
                  <a:srgbClr val="FFFFFF"/>
                </a:solidFill>
              </a:rPr>
              <a:t>What is a Time Series?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D718105-61F1-7256-78BD-F799B7538B3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43328970"/>
              </p:ext>
            </p:extLst>
          </p:nvPr>
        </p:nvGraphicFramePr>
        <p:xfrm>
          <a:off x="4202906" y="954088"/>
          <a:ext cx="4231481" cy="492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7422F06-6017-4361-8872-E0E2CEB20B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8614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601" y="643467"/>
            <a:ext cx="2561709" cy="5571066"/>
          </a:xfrm>
        </p:spPr>
        <p:txBody>
          <a:bodyPr>
            <a:norm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rPr lang="en-US" sz="3600">
                <a:solidFill>
                  <a:srgbClr val="FFFFFF"/>
                </a:solidFill>
              </a:rPr>
              <a:t>Why ARIMA Matters in Healthcare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DA37C2F-55B4-4F94-7ED2-145F591F9AD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00900810"/>
              </p:ext>
            </p:extLst>
          </p:nvPr>
        </p:nvGraphicFramePr>
        <p:xfrm>
          <a:off x="4202906" y="954088"/>
          <a:ext cx="4231481" cy="492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7422F06-6017-4361-8872-E0E2CEB20B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8614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601" y="643467"/>
            <a:ext cx="2561709" cy="5571066"/>
          </a:xfrm>
        </p:spPr>
        <p:txBody>
          <a:bodyPr>
            <a:norm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rPr lang="en-IN" sz="3300">
                <a:solidFill>
                  <a:srgbClr val="FFFFFF"/>
                </a:solidFill>
              </a:rPr>
              <a:t>Real-World Hospital Applications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318D216-81F8-4C2F-A4D8-E224040A861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74683436"/>
              </p:ext>
            </p:extLst>
          </p:nvPr>
        </p:nvGraphicFramePr>
        <p:xfrm>
          <a:off x="4202906" y="954088"/>
          <a:ext cx="4231481" cy="492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7422F06-6017-4361-8872-E0E2CEB20B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8614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601" y="643467"/>
            <a:ext cx="2561709" cy="5571066"/>
          </a:xfrm>
        </p:spPr>
        <p:txBody>
          <a:bodyPr>
            <a:norm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rPr lang="en-IN" sz="2500">
                <a:solidFill>
                  <a:srgbClr val="FFFFFF"/>
                </a:solidFill>
              </a:rPr>
              <a:t>Common Misconceptions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D820BC3-553B-3DA9-F38D-B8499C22853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1092084"/>
              </p:ext>
            </p:extLst>
          </p:nvPr>
        </p:nvGraphicFramePr>
        <p:xfrm>
          <a:off x="4202906" y="954088"/>
          <a:ext cx="4231481" cy="492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7422F06-6017-4361-8872-E0E2CEB20B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8614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601" y="643467"/>
            <a:ext cx="2561709" cy="5571066"/>
          </a:xfrm>
        </p:spPr>
        <p:txBody>
          <a:bodyPr>
            <a:norm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rPr lang="en-US" sz="3300">
                <a:solidFill>
                  <a:srgbClr val="FFFFFF"/>
                </a:solidFill>
              </a:rPr>
              <a:t>When to Use ARIMA vs Alternatives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F1BE939-8D5D-4454-CD97-1D312BD0B34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42768891"/>
              </p:ext>
            </p:extLst>
          </p:nvPr>
        </p:nvGraphicFramePr>
        <p:xfrm>
          <a:off x="4202906" y="954088"/>
          <a:ext cx="4231481" cy="492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7422F06-6017-4361-8872-E0E2CEB20B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8614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601" y="643467"/>
            <a:ext cx="2561709" cy="5571066"/>
          </a:xfrm>
        </p:spPr>
        <p:txBody>
          <a:bodyPr>
            <a:norm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rPr lang="en-IN" sz="3600">
                <a:solidFill>
                  <a:srgbClr val="FFFFFF"/>
                </a:solidFill>
              </a:rPr>
              <a:t>Transition to Notebook Demo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9C30F30-7778-49C1-2BA9-0BB9508D9D6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88662686"/>
              </p:ext>
            </p:extLst>
          </p:nvPr>
        </p:nvGraphicFramePr>
        <p:xfrm>
          <a:off x="4202906" y="954088"/>
          <a:ext cx="4231481" cy="492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7422F06-6017-4361-8872-E0E2CEB20B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8614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601" y="643467"/>
            <a:ext cx="2561709" cy="5571066"/>
          </a:xfrm>
        </p:spPr>
        <p:txBody>
          <a:bodyPr>
            <a:norm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rPr lang="en-US" sz="3100">
                <a:solidFill>
                  <a:srgbClr val="FFFFFF"/>
                </a:solidFill>
              </a:rPr>
              <a:t>Segment 2 – Live Notebook Walkthrough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3DF829E-6C37-C54C-AF9B-795D547529B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0294781"/>
              </p:ext>
            </p:extLst>
          </p:nvPr>
        </p:nvGraphicFramePr>
        <p:xfrm>
          <a:off x="4202906" y="954088"/>
          <a:ext cx="4231481" cy="492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7422F06-6017-4361-8872-E0E2CEB20B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8614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601" y="643467"/>
            <a:ext cx="2561709" cy="5571066"/>
          </a:xfrm>
        </p:spPr>
        <p:txBody>
          <a:bodyPr>
            <a:norm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rPr lang="en-US" sz="3600">
                <a:solidFill>
                  <a:srgbClr val="FFFFFF"/>
                </a:solidFill>
              </a:rPr>
              <a:t>Segment 3: Your Turn – Guided Exercise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2798DFD-AD04-7F5B-C21D-D2692B06361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19210732"/>
              </p:ext>
            </p:extLst>
          </p:nvPr>
        </p:nvGraphicFramePr>
        <p:xfrm>
          <a:off x="4202906" y="954088"/>
          <a:ext cx="4231481" cy="492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9E4C68A-A4A9-48A4-9FF2-D2896B1EA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B9AEA5-52CB-49A6-AF8A-33502F291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591" y="804333"/>
            <a:ext cx="2543925" cy="5249334"/>
          </a:xfrm>
        </p:spPr>
        <p:txBody>
          <a:bodyPr>
            <a:normAutofit/>
          </a:bodyPr>
          <a:lstStyle/>
          <a:p>
            <a:pPr algn="r">
              <a:defRPr sz="3600" b="1">
                <a:solidFill>
                  <a:srgbClr val="003366"/>
                </a:solidFill>
              </a:defRPr>
            </a:pPr>
            <a:r>
              <a:rPr lang="en-IN" sz="3600">
                <a:solidFill>
                  <a:srgbClr val="FFFFFF"/>
                </a:solidFill>
              </a:rPr>
              <a:t>Common Debugging Scenarios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3286" y="804333"/>
            <a:ext cx="4729502" cy="5249334"/>
          </a:xfrm>
        </p:spPr>
        <p:txBody>
          <a:bodyPr anchor="ctr">
            <a:normAutofit/>
          </a:bodyPr>
          <a:lstStyle/>
          <a:p>
            <a:pPr>
              <a:defRPr sz="2400">
                <a:solidFill>
                  <a:srgbClr val="005EB8"/>
                </a:solidFill>
              </a:defRPr>
            </a:pPr>
            <a:r>
              <a:rPr lang="en-IN" sz="2400"/>
              <a:t>Model fails to converge → reduce p or q</a:t>
            </a:r>
          </a:p>
          <a:p>
            <a:pPr>
              <a:defRPr sz="2400">
                <a:solidFill>
                  <a:srgbClr val="005EB8"/>
                </a:solidFill>
              </a:defRPr>
            </a:pPr>
            <a:r>
              <a:rPr lang="en-IN" sz="2400"/>
              <a:t>Residuals show autocorrelation → model misspecified</a:t>
            </a:r>
          </a:p>
          <a:p>
            <a:pPr>
              <a:defRPr sz="2400">
                <a:solidFill>
                  <a:srgbClr val="005EB8"/>
                </a:solidFill>
              </a:defRPr>
            </a:pPr>
            <a:r>
              <a:rPr lang="en-IN" sz="2400"/>
              <a:t>Negative forecasts → apply log transform</a:t>
            </a:r>
          </a:p>
          <a:p>
            <a:pPr>
              <a:defRPr sz="2400">
                <a:solidFill>
                  <a:srgbClr val="005EB8"/>
                </a:solidFill>
              </a:defRPr>
            </a:pPr>
            <a:r>
              <a:rPr lang="en-IN" sz="2400"/>
              <a:t>ADF test fails → additional differencing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9E4C68A-A4A9-48A4-9FF2-D2896B1EA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B9AEA5-52CB-49A6-AF8A-33502F291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591" y="804333"/>
            <a:ext cx="2543925" cy="5249334"/>
          </a:xfrm>
        </p:spPr>
        <p:txBody>
          <a:bodyPr>
            <a:normAutofit/>
          </a:bodyPr>
          <a:lstStyle/>
          <a:p>
            <a:pPr algn="r">
              <a:defRPr sz="3600" b="1">
                <a:solidFill>
                  <a:srgbClr val="003366"/>
                </a:solidFill>
              </a:defRPr>
            </a:pPr>
            <a:r>
              <a:rPr lang="en-IN" sz="3600">
                <a:solidFill>
                  <a:srgbClr val="FFFFFF"/>
                </a:solidFill>
              </a:rPr>
              <a:t>Extension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3286" y="804333"/>
            <a:ext cx="4729502" cy="5249334"/>
          </a:xfrm>
        </p:spPr>
        <p:txBody>
          <a:bodyPr anchor="ctr">
            <a:normAutofit/>
          </a:bodyPr>
          <a:lstStyle/>
          <a:p>
            <a:pPr>
              <a:defRPr sz="2400">
                <a:solidFill>
                  <a:srgbClr val="005EB8"/>
                </a:solidFill>
              </a:defRPr>
            </a:pPr>
            <a:r>
              <a:rPr lang="en-US" sz="2400"/>
              <a:t>Implement SARIMA for weekly seasonality</a:t>
            </a:r>
          </a:p>
          <a:p>
            <a:pPr>
              <a:defRPr sz="2400">
                <a:solidFill>
                  <a:srgbClr val="005EB8"/>
                </a:solidFill>
              </a:defRPr>
            </a:pPr>
            <a:r>
              <a:rPr lang="en-US" sz="2400"/>
              <a:t>Add exogenous features (temperature, flu index, holidays)</a:t>
            </a:r>
          </a:p>
          <a:p>
            <a:pPr>
              <a:defRPr sz="2400">
                <a:solidFill>
                  <a:srgbClr val="005EB8"/>
                </a:solidFill>
              </a:defRPr>
            </a:pPr>
            <a:r>
              <a:rPr lang="en-US" sz="2400"/>
              <a:t>Deploy as a hospital operations dashboard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9E4C68A-A4A9-48A4-9FF2-D2896B1EA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B9AEA5-52CB-49A6-AF8A-33502F291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591" y="804333"/>
            <a:ext cx="2543925" cy="5249334"/>
          </a:xfrm>
        </p:spPr>
        <p:txBody>
          <a:bodyPr>
            <a:normAutofit/>
          </a:bodyPr>
          <a:lstStyle/>
          <a:p>
            <a:pPr algn="r">
              <a:defRPr sz="3600" b="1">
                <a:solidFill>
                  <a:srgbClr val="003366"/>
                </a:solidFill>
              </a:defRPr>
            </a:pPr>
            <a:r>
              <a:rPr lang="en-IN" sz="3600">
                <a:solidFill>
                  <a:srgbClr val="FFFFFF"/>
                </a:solidFill>
              </a:rPr>
              <a:t>Additional Resources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3286" y="804333"/>
            <a:ext cx="4729502" cy="5249334"/>
          </a:xfrm>
        </p:spPr>
        <p:txBody>
          <a:bodyPr anchor="ctr">
            <a:normAutofit/>
          </a:bodyPr>
          <a:lstStyle/>
          <a:p>
            <a:pPr>
              <a:defRPr sz="2400">
                <a:solidFill>
                  <a:srgbClr val="005EB8"/>
                </a:solidFill>
              </a:defRPr>
            </a:pPr>
            <a:r>
              <a:rPr lang="en-US" sz="2400"/>
              <a:t>Forecasting Principles &amp; Practice (Hyndman)</a:t>
            </a:r>
          </a:p>
          <a:p>
            <a:pPr>
              <a:defRPr sz="2400">
                <a:solidFill>
                  <a:srgbClr val="005EB8"/>
                </a:solidFill>
              </a:defRPr>
            </a:pPr>
            <a:r>
              <a:rPr lang="en-US" sz="2400"/>
              <a:t>Statsmodels Time Series Documentation</a:t>
            </a:r>
          </a:p>
          <a:p>
            <a:pPr>
              <a:defRPr sz="2400">
                <a:solidFill>
                  <a:srgbClr val="005EB8"/>
                </a:solidFill>
              </a:defRPr>
            </a:pPr>
            <a:r>
              <a:rPr lang="en-US" sz="2400"/>
              <a:t>Healthcare Time Series Dataset Pack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3</TotalTime>
  <Words>292</Words>
  <Application>Microsoft Office PowerPoint</Application>
  <PresentationFormat>On-screen Show (4:3)</PresentationFormat>
  <Paragraphs>55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Tw Cen MT</vt:lpstr>
      <vt:lpstr>Tw Cen MT Condensed</vt:lpstr>
      <vt:lpstr>Wingdings 3</vt:lpstr>
      <vt:lpstr>Integral</vt:lpstr>
      <vt:lpstr>Time Series Forecasting with ARIMA in Healthcare</vt:lpstr>
      <vt:lpstr>What is a Time Series?</vt:lpstr>
      <vt:lpstr>Why ARIMA Matters in Healthcare</vt:lpstr>
      <vt:lpstr>Real-World Hospital Applications</vt:lpstr>
      <vt:lpstr>Common Misconceptions</vt:lpstr>
      <vt:lpstr>When to Use ARIMA vs Alternatives</vt:lpstr>
      <vt:lpstr>Transition to Notebook Demo</vt:lpstr>
      <vt:lpstr>Segment 2 – Live Notebook Walkthrough</vt:lpstr>
      <vt:lpstr>Segment 3: Your Turn – Guided Exercise</vt:lpstr>
      <vt:lpstr>Common Debugging Scenarios</vt:lpstr>
      <vt:lpstr>Extension Challenges</vt:lpstr>
      <vt:lpstr>Additional Resources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Kanishk Tawde</dc:creator>
  <cp:keywords/>
  <dc:description>generated using python-pptx</dc:description>
  <cp:lastModifiedBy>Kanishk Tawde</cp:lastModifiedBy>
  <cp:revision>1</cp:revision>
  <dcterms:created xsi:type="dcterms:W3CDTF">2013-01-27T09:14:16Z</dcterms:created>
  <dcterms:modified xsi:type="dcterms:W3CDTF">2025-12-05T23:16:59Z</dcterms:modified>
  <cp:category/>
</cp:coreProperties>
</file>